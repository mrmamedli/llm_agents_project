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86eaa26e039443b" /><Relationship Type="http://schemas.openxmlformats.org/officeDocument/2006/relationships/extended-properties" Target="/docProps/app.xml" Id="Re8402729bb1c44bc" /><Relationship Type="http://schemas.openxmlformats.org/officeDocument/2006/relationships/officeDocument" Target="/ppt/presentation.xml" Id="Re41435bc92ba450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8b476dcc9494839"/>
  </p:sldMasterIdLst>
  <p:notesMasterIdLst>
    <p:notesMasterId xmlns:r="http://schemas.openxmlformats.org/officeDocument/2006/relationships" r:id="Rb310620e6a024eed"/>
  </p:notesMasterIdLst>
  <p:sldIdLst>
    <p:sldId xmlns:r="http://schemas.openxmlformats.org/officeDocument/2006/relationships" id="256" r:id="R4351c8d6ac7a4c6b"/>
    <p:sldId xmlns:r="http://schemas.openxmlformats.org/officeDocument/2006/relationships" id="257" r:id="R1a7d73f2797b41b6"/>
    <p:sldId xmlns:r="http://schemas.openxmlformats.org/officeDocument/2006/relationships" id="258" r:id="Ra4dbd4d08a3b477f"/>
    <p:sldId xmlns:r="http://schemas.openxmlformats.org/officeDocument/2006/relationships" id="259" r:id="Re5fdbb29feda4411"/>
    <p:sldId xmlns:r="http://schemas.openxmlformats.org/officeDocument/2006/relationships" id="260" r:id="R89f17ef5735741b1"/>
    <p:sldId xmlns:r="http://schemas.openxmlformats.org/officeDocument/2006/relationships" id="261" r:id="R91f53c8c49f243e2"/>
    <p:sldId xmlns:r="http://schemas.openxmlformats.org/officeDocument/2006/relationships" id="262" r:id="R96bc8675b7ea42bd"/>
    <p:sldId xmlns:r="http://schemas.openxmlformats.org/officeDocument/2006/relationships" id="263" r:id="Rb6af3aa45a174198"/>
    <p:sldId xmlns:r="http://schemas.openxmlformats.org/officeDocument/2006/relationships" id="264" r:id="R8f03f29cb85d4a4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11e67621e564510" /><Relationship Type="http://schemas.openxmlformats.org/officeDocument/2006/relationships/slideMaster" Target="/ppt/slideMasters/slideMaster1.xml" Id="R18b476dcc9494839" /><Relationship Type="http://schemas.openxmlformats.org/officeDocument/2006/relationships/notesMaster" Target="/ppt/notesMasters/notesMaster1.xml" Id="Rb310620e6a024eed" /><Relationship Type="http://schemas.openxmlformats.org/officeDocument/2006/relationships/presProps" Target="/ppt/presProps.xml" Id="Red9e9e9011f64a2f" /><Relationship Type="http://schemas.openxmlformats.org/officeDocument/2006/relationships/tableStyles" Target="/ppt/tableStyles.xml" Id="R1119f91e39fc4cb4" /><Relationship Type="http://schemas.openxmlformats.org/officeDocument/2006/relationships/slide" Target="/ppt/slides/slide1.xml" Id="R4351c8d6ac7a4c6b" /><Relationship Type="http://schemas.openxmlformats.org/officeDocument/2006/relationships/slide" Target="/ppt/slides/slide2.xml" Id="R1a7d73f2797b41b6" /><Relationship Type="http://schemas.openxmlformats.org/officeDocument/2006/relationships/slide" Target="/ppt/slides/slide3.xml" Id="Ra4dbd4d08a3b477f" /><Relationship Type="http://schemas.openxmlformats.org/officeDocument/2006/relationships/slide" Target="/ppt/slides/slide4.xml" Id="Re5fdbb29feda4411" /><Relationship Type="http://schemas.openxmlformats.org/officeDocument/2006/relationships/slide" Target="/ppt/slides/slide5.xml" Id="R89f17ef5735741b1" /><Relationship Type="http://schemas.openxmlformats.org/officeDocument/2006/relationships/slide" Target="/ppt/slides/slide6.xml" Id="R91f53c8c49f243e2" /><Relationship Type="http://schemas.openxmlformats.org/officeDocument/2006/relationships/slide" Target="/ppt/slides/slide7.xml" Id="R96bc8675b7ea42bd" /><Relationship Type="http://schemas.openxmlformats.org/officeDocument/2006/relationships/slide" Target="/ppt/slides/slide8.xml" Id="Rb6af3aa45a174198" /><Relationship Type="http://schemas.openxmlformats.org/officeDocument/2006/relationships/slide" Target="/ppt/slides/slide9.xml" Id="R8f03f29cb85d4a4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8d81a51c3c746a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67bea1ab2184b7e" /><Relationship Type="http://schemas.openxmlformats.org/officeDocument/2006/relationships/notesMaster" Target="/ppt/notesMasters/notesMaster1.xml" Id="R8c0bdee7419643c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0ad339791b64395" /><Relationship Type="http://schemas.openxmlformats.org/officeDocument/2006/relationships/notesMaster" Target="/ppt/notesMasters/notesMaster1.xml" Id="R472c42d81945413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088fdf6d78a47c2" /><Relationship Type="http://schemas.openxmlformats.org/officeDocument/2006/relationships/notesMaster" Target="/ppt/notesMasters/notesMaster1.xml" Id="Recc2d509a8b547a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f9df339a72f4e38" /><Relationship Type="http://schemas.openxmlformats.org/officeDocument/2006/relationships/notesMaster" Target="/ppt/notesMasters/notesMaster1.xml" Id="R3c60b3d38d5549e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a39448263f94e3f" /><Relationship Type="http://schemas.openxmlformats.org/officeDocument/2006/relationships/notesMaster" Target="/ppt/notesMasters/notesMaster1.xml" Id="Ra4c793ebf65f43f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ba4ede57c96432c" /><Relationship Type="http://schemas.openxmlformats.org/officeDocument/2006/relationships/notesMaster" Target="/ppt/notesMasters/notesMaster1.xml" Id="R153202d3d82e435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9ee534f16d94d20" /><Relationship Type="http://schemas.openxmlformats.org/officeDocument/2006/relationships/notesMaster" Target="/ppt/notesMasters/notesMaster1.xml" Id="Reeb5b29f1a454a4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b462f81d97448e6" /><Relationship Type="http://schemas.openxmlformats.org/officeDocument/2006/relationships/notesMaster" Target="/ppt/notesMasters/notesMaster1.xml" Id="R87a6421de79f4c3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a57f5c6904f488b" /><Relationship Type="http://schemas.openxmlformats.org/officeDocument/2006/relationships/notesMaster" Target="/ppt/notesMasters/notesMaster1.xml" Id="R59f8f0b449c94b1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Participant 1 (about 35 seconds). Introduce StudyHub and its purpose: turn course documents into source-backed next steps. Replace participant placeholders with the four presenters’ names before presenting.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Participant 1 (about 1 minute). Use the course project guide as a concrete example: grading and submission requirements appear in separate sections, and defense dates are announced in the group chat. Emphasize the work of connecting those pieces. Source example: GROUP_PROJECT.md in this repository.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Participant 1 (about 1 minute 10 seconds). Explain that date patterns alone do not capture conditions or task context. The model returns candidates in a defined structure; the application validates them, and page references and quotes make them reviewable.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Participant 2 (about 55 seconds). Walk through subject, PDF upload, page-level reading, review of summary and extracted items, and calendar export. Mention that dates can be edited before export.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Participant 2 (about 1 minute 30 seconds). Describe the bounded tool loop, structured schema validation, persistence, and why the first version does not need vector search. Mention the configurable OpenAI-compatible model without naming a provider or model that is not specified in the project materials.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Participant 3 (about 55 seconds). Cover page and quote evidence, null dates, student confirmation, and the readable-PDF scope. OCR remains a later extension.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Participant 3 (about 2 minutes 30 seconds, including the live walkthrough). Use the exact example from the course project guide: defense dates are announced in the group chat. In the walkthrough, show the source passage and the unresolved date state; do not invent a date. Source example: GROUP_PROJECT.md in this repository.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Participant 4 (about 1 minute). State the MVP boundary; mention Docker Compose, setup documentation, and environment-based model settings; then name later extensions: OCR, other formats, retrieval, cross-file links, and calendar sync.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Participant 4 (about 30 seconds). Restate the outcome in one sentence, thank the audience, and invite questions.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1c3677a65f435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8ac944cc6548c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adbe732333402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c77659091d4f9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4967e194b243d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dd42a1cc704a5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7D137D5-53EA-4FA0-B1B2-35036DC23D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F1DE64A-6998-4668-9A5F-490D8CF7531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3EC8B75-FF21-425D-A482-D7ABF8B4B7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111B853-8483-46E9-A32D-C7C028D909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A2868AE-7BD6-465E-8E00-1BCB3C6BE8B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761E10D-A1A0-4643-A9FA-776AA0E13C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93AEBF2-87A8-4EDE-B5BA-80AAA86F3DE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323BBAC-802C-4C38-ADE7-FD86AA4EA9E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C3D4CA8-1B32-43C0-A24A-A505DA6D1C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8BC6C8E-9139-4AB5-A2EA-67B7CA0C9F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c4027cd969f48d4" /><Relationship Type="http://schemas.openxmlformats.org/officeDocument/2006/relationships/slideLayout" Target="/ppt/slideLayouts/slideLayout1.xml" Id="Red05d0f665cd4de9" /><Relationship Type="http://schemas.openxmlformats.org/officeDocument/2006/relationships/slideLayout" Target="/ppt/slideLayouts/slideLayout2.xml" Id="Rfd6a5ef6c7f1434b" /><Relationship Type="http://schemas.openxmlformats.org/officeDocument/2006/relationships/slideLayout" Target="/ppt/slideLayouts/slideLayout3.xml" Id="R2f4b48ba742c475d" /><Relationship Type="http://schemas.openxmlformats.org/officeDocument/2006/relationships/slideLayout" Target="/ppt/slideLayouts/slideLayout4.xml" Id="Rc7868257885a4e4a" /><Relationship Type="http://schemas.openxmlformats.org/officeDocument/2006/relationships/slideLayout" Target="/ppt/slideLayouts/slideLayout5.xml" Id="R88fb642f002a4809" /><Relationship Type="http://schemas.openxmlformats.org/officeDocument/2006/relationships/slideLayout" Target="/ppt/slideLayouts/slideLayout6.xml" Id="R34dc79014b2143d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d05d0f665cd4de9"/>
    <p:sldLayoutId xmlns:r="http://schemas.openxmlformats.org/officeDocument/2006/relationships" id="2147483650" r:id="Rfd6a5ef6c7f1434b"/>
    <p:sldLayoutId xmlns:r="http://schemas.openxmlformats.org/officeDocument/2006/relationships" id="2147483651" r:id="R2f4b48ba742c475d"/>
    <p:sldLayoutId xmlns:r="http://schemas.openxmlformats.org/officeDocument/2006/relationships" id="2147483652" r:id="Rc7868257885a4e4a"/>
    <p:sldLayoutId xmlns:r="http://schemas.openxmlformats.org/officeDocument/2006/relationships" id="2147483653" r:id="R88fb642f002a4809"/>
    <p:sldLayoutId xmlns:r="http://schemas.openxmlformats.org/officeDocument/2006/relationships" id="2147483654" r:id="R34dc79014b2143d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b4ee9fc7124050" /><Relationship Type="http://schemas.openxmlformats.org/officeDocument/2006/relationships/notesSlide" Target="/ppt/notesSlides/notesSlide1.xml" Id="Rf4918d014911436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b9cefd2cd841d5" /><Relationship Type="http://schemas.openxmlformats.org/officeDocument/2006/relationships/notesSlide" Target="/ppt/notesSlides/notesSlide2.xml" Id="Ra5b5e7173d0b40e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1bc0a3a292416b" /><Relationship Type="http://schemas.openxmlformats.org/officeDocument/2006/relationships/notesSlide" Target="/ppt/notesSlides/notesSlide3.xml" Id="Rb69b0dd33ace486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4c02abacba477f" /><Relationship Type="http://schemas.openxmlformats.org/officeDocument/2006/relationships/notesSlide" Target="/ppt/notesSlides/notesSlide4.xml" Id="Rec24400e2485474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923c0414504b80" /><Relationship Type="http://schemas.openxmlformats.org/officeDocument/2006/relationships/notesSlide" Target="/ppt/notesSlides/notesSlide5.xml" Id="R93e91036514f4d7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5f91e876794936" /><Relationship Type="http://schemas.openxmlformats.org/officeDocument/2006/relationships/notesSlide" Target="/ppt/notesSlides/notesSlide6.xml" Id="R77b985b6ea724bd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e5faac47f845ee" /><Relationship Type="http://schemas.openxmlformats.org/officeDocument/2006/relationships/notesSlide" Target="/ppt/notesSlides/notesSlide7.xml" Id="R6883fac26ca5403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8a13748d4f447d" /><Relationship Type="http://schemas.openxmlformats.org/officeDocument/2006/relationships/notesSlide" Target="/ppt/notesSlides/notesSlide8.xml" Id="R06f61429399b46a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1c7d6753934297" /><Relationship Type="http://schemas.openxmlformats.org/officeDocument/2006/relationships/notesSlide" Target="/ppt/notesSlides/notesSlide9.xml" Id="Rf9fdeac6832c44e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2A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ccent-rule">
            <a:extLst xmlns:a="http://schemas.openxmlformats.org/drawingml/2006/main">
              <a:ext uri="{FF2B5EF4-FFF2-40B4-BE49-F238E27FC236}">
                <a16:creationId xmlns:a16="http://schemas.microsoft.com/office/drawing/2014/main" id="{47A43848-50D4-45D0-A705-FA4A88457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0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8E63F8-74E9-462E-932D-496754E47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58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 b="1">
                <a:solidFill>
                  <a:srgbClr val="9BD4BE"/>
                </a:solidFill>
              </a:defRPr>
            </a:defPPr>
            <a:lvl1pPr>
              <a:buNone/>
              <a:defRPr sz="1350" b="1">
                <a:solidFill>
                  <a:srgbClr val="9BD4BE"/>
                </a:solidFill>
              </a:defRPr>
            </a:lvl1pPr>
            <a:lvl2pPr>
              <a:buNone/>
              <a:defRPr sz="1350" b="1">
                <a:solidFill>
                  <a:srgbClr val="9BD4BE"/>
                </a:solidFill>
              </a:defRPr>
            </a:lvl2pPr>
            <a:lvl3pPr>
              <a:buNone/>
              <a:defRPr sz="1350" b="1">
                <a:solidFill>
                  <a:srgbClr val="9BD4BE"/>
                </a:solidFill>
              </a:defRPr>
            </a:lvl3pPr>
            <a:lvl4pPr>
              <a:buNone/>
              <a:defRPr sz="1350" b="1">
                <a:solidFill>
                  <a:srgbClr val="9BD4BE"/>
                </a:solidFill>
              </a:defRPr>
            </a:lvl4pPr>
            <a:lvl5pPr>
              <a:buNone/>
              <a:defRPr sz="1350" b="1">
                <a:solidFill>
                  <a:srgbClr val="9BD4BE"/>
                </a:solidFill>
              </a:defRPr>
            </a:lvl5pPr>
            <a:lvl6pPr>
              <a:buNone/>
              <a:defRPr sz="1350" b="1">
                <a:solidFill>
                  <a:srgbClr val="9BD4BE"/>
                </a:solidFill>
              </a:defRPr>
            </a:lvl6pPr>
            <a:lvl7pPr>
              <a:buNone/>
              <a:defRPr sz="1350" b="1">
                <a:solidFill>
                  <a:srgbClr val="9BD4BE"/>
                </a:solidFill>
              </a:defRPr>
            </a:lvl7pPr>
            <a:lvl8pPr>
              <a:buNone/>
              <a:defRPr sz="1350" b="1">
                <a:solidFill>
                  <a:srgbClr val="9BD4BE"/>
                </a:solidFill>
              </a:defRPr>
            </a:lvl8pPr>
            <a:lvl9pPr>
              <a:buNone/>
              <a:defRPr sz="1350" b="1">
                <a:solidFill>
                  <a:srgbClr val="9BD4BE"/>
                </a:solidFill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9BD4BE"/>
                </a:solidFill>
              </a:defRPr>
            </a:pPr>
            <a:r>
              <a:rPr sz="1350" b="1">
                <a:solidFill>
                  <a:srgbClr val="9BD4BE"/>
                </a:solidFill>
              </a:rPr>
              <a:t>STUDYHUB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405ECAA0-8188-44F5-AF88-CD56D4451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62100"/>
            <a:ext cx="9620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3900" b="1">
                <a:solidFill>
                  <a:srgbClr val="FFFFFF"/>
                </a:solidFill>
              </a:defRPr>
            </a:defPPr>
            <a:lvl1pPr>
              <a:buNone/>
              <a:defRPr sz="3900" b="1">
                <a:solidFill>
                  <a:srgbClr val="FFFFFF"/>
                </a:solidFill>
              </a:defRPr>
            </a:lvl1pPr>
            <a:lvl2pPr>
              <a:buNone/>
              <a:defRPr sz="3900" b="1">
                <a:solidFill>
                  <a:srgbClr val="FFFFFF"/>
                </a:solidFill>
              </a:defRPr>
            </a:lvl2pPr>
            <a:lvl3pPr>
              <a:buNone/>
              <a:defRPr sz="3900" b="1">
                <a:solidFill>
                  <a:srgbClr val="FFFFFF"/>
                </a:solidFill>
              </a:defRPr>
            </a:lvl3pPr>
            <a:lvl4pPr>
              <a:buNone/>
              <a:defRPr sz="3900" b="1">
                <a:solidFill>
                  <a:srgbClr val="FFFFFF"/>
                </a:solidFill>
              </a:defRPr>
            </a:lvl4pPr>
            <a:lvl5pPr>
              <a:buNone/>
              <a:defRPr sz="3900" b="1">
                <a:solidFill>
                  <a:srgbClr val="FFFFFF"/>
                </a:solidFill>
              </a:defRPr>
            </a:lvl5pPr>
            <a:lvl6pPr>
              <a:buNone/>
              <a:defRPr sz="3900" b="1">
                <a:solidFill>
                  <a:srgbClr val="FFFFFF"/>
                </a:solidFill>
              </a:defRPr>
            </a:lvl6pPr>
            <a:lvl7pPr>
              <a:buNone/>
              <a:defRPr sz="3900" b="1">
                <a:solidFill>
                  <a:srgbClr val="FFFFFF"/>
                </a:solidFill>
              </a:defRPr>
            </a:lvl7pPr>
            <a:lvl8pPr>
              <a:buNone/>
              <a:defRPr sz="3900" b="1">
                <a:solidFill>
                  <a:srgbClr val="FFFFFF"/>
                </a:solidFill>
              </a:defRPr>
            </a:lvl8pPr>
            <a:lvl9pPr>
              <a:buNone/>
              <a:defRPr sz="39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buNone/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From course PDFs</a:t>
            </a:r>
          </a:p>
          <a:p xmlns:a="http://schemas.openxmlformats.org/drawingml/2006/main">
            <a:pPr>
              <a:buNone/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to clear next steps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6A644B-6C7F-4A29-90AC-348ECBC42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14750"/>
            <a:ext cx="923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875" b="0">
                <a:solidFill>
                  <a:srgbClr val="D3E0DC"/>
                </a:solidFill>
              </a:defRPr>
            </a:defPPr>
            <a:lvl1pPr>
              <a:buNone/>
              <a:defRPr sz="1875" b="0">
                <a:solidFill>
                  <a:srgbClr val="D3E0DC"/>
                </a:solidFill>
              </a:defRPr>
            </a:lvl1pPr>
            <a:lvl2pPr>
              <a:buNone/>
              <a:defRPr sz="1875" b="0">
                <a:solidFill>
                  <a:srgbClr val="D3E0DC"/>
                </a:solidFill>
              </a:defRPr>
            </a:lvl2pPr>
            <a:lvl3pPr>
              <a:buNone/>
              <a:defRPr sz="1875" b="0">
                <a:solidFill>
                  <a:srgbClr val="D3E0DC"/>
                </a:solidFill>
              </a:defRPr>
            </a:lvl3pPr>
            <a:lvl4pPr>
              <a:buNone/>
              <a:defRPr sz="1875" b="0">
                <a:solidFill>
                  <a:srgbClr val="D3E0DC"/>
                </a:solidFill>
              </a:defRPr>
            </a:lvl4pPr>
            <a:lvl5pPr>
              <a:buNone/>
              <a:defRPr sz="1875" b="0">
                <a:solidFill>
                  <a:srgbClr val="D3E0DC"/>
                </a:solidFill>
              </a:defRPr>
            </a:lvl5pPr>
            <a:lvl6pPr>
              <a:buNone/>
              <a:defRPr sz="1875" b="0">
                <a:solidFill>
                  <a:srgbClr val="D3E0DC"/>
                </a:solidFill>
              </a:defRPr>
            </a:lvl6pPr>
            <a:lvl7pPr>
              <a:buNone/>
              <a:defRPr sz="1875" b="0">
                <a:solidFill>
                  <a:srgbClr val="D3E0DC"/>
                </a:solidFill>
              </a:defRPr>
            </a:lvl7pPr>
            <a:lvl8pPr>
              <a:buNone/>
              <a:defRPr sz="1875" b="0">
                <a:solidFill>
                  <a:srgbClr val="D3E0DC"/>
                </a:solidFill>
              </a:defRPr>
            </a:lvl8pPr>
            <a:lvl9pPr>
              <a:buNone/>
              <a:defRPr sz="1875" b="0">
                <a:solidFill>
                  <a:srgbClr val="D3E0DC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D3E0DC"/>
                </a:solidFill>
              </a:defRPr>
            </a:pPr>
            <a:r>
              <a:rPr sz="1875" b="0">
                <a:solidFill>
                  <a:srgbClr val="D3E0DC"/>
                </a:solidFill>
              </a:rPr>
              <a:t>Summaries and deadlines, anchored in the source.</a:t>
            </a:r>
          </a:p>
        </p:txBody>
      </p:sp>
      <p:sp>
        <p:nvSpPr>
          <p:cNvPr id="5" name="cover-rule">
            <a:extLst xmlns:a="http://schemas.openxmlformats.org/drawingml/2006/main">
              <a:ext uri="{FF2B5EF4-FFF2-40B4-BE49-F238E27FC236}">
                <a16:creationId xmlns:a16="http://schemas.microsoft.com/office/drawing/2014/main" id="{2C8EAF45-4F51-4D28-9EFC-BF027E482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00625"/>
            <a:ext cx="9048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D4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3146EF-AC3B-4B11-8E8E-C23C44A73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86375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75" b="0">
                <a:solidFill>
                  <a:srgbClr val="AFC2BE"/>
                </a:solidFill>
              </a:defRPr>
            </a:defPPr>
            <a:lvl1pPr>
              <a:buNone/>
              <a:defRPr sz="1275" b="0">
                <a:solidFill>
                  <a:srgbClr val="AFC2BE"/>
                </a:solidFill>
              </a:defRPr>
            </a:lvl1pPr>
            <a:lvl2pPr>
              <a:buNone/>
              <a:defRPr sz="1275" b="0">
                <a:solidFill>
                  <a:srgbClr val="AFC2BE"/>
                </a:solidFill>
              </a:defRPr>
            </a:lvl2pPr>
            <a:lvl3pPr>
              <a:buNone/>
              <a:defRPr sz="1275" b="0">
                <a:solidFill>
                  <a:srgbClr val="AFC2BE"/>
                </a:solidFill>
              </a:defRPr>
            </a:lvl3pPr>
            <a:lvl4pPr>
              <a:buNone/>
              <a:defRPr sz="1275" b="0">
                <a:solidFill>
                  <a:srgbClr val="AFC2BE"/>
                </a:solidFill>
              </a:defRPr>
            </a:lvl4pPr>
            <a:lvl5pPr>
              <a:buNone/>
              <a:defRPr sz="1275" b="0">
                <a:solidFill>
                  <a:srgbClr val="AFC2BE"/>
                </a:solidFill>
              </a:defRPr>
            </a:lvl5pPr>
            <a:lvl6pPr>
              <a:buNone/>
              <a:defRPr sz="1275" b="0">
                <a:solidFill>
                  <a:srgbClr val="AFC2BE"/>
                </a:solidFill>
              </a:defRPr>
            </a:lvl6pPr>
            <a:lvl7pPr>
              <a:buNone/>
              <a:defRPr sz="1275" b="0">
                <a:solidFill>
                  <a:srgbClr val="AFC2BE"/>
                </a:solidFill>
              </a:defRPr>
            </a:lvl7pPr>
            <a:lvl8pPr>
              <a:buNone/>
              <a:defRPr sz="1275" b="0">
                <a:solidFill>
                  <a:srgbClr val="AFC2BE"/>
                </a:solidFill>
              </a:defRPr>
            </a:lvl8pPr>
            <a:lvl9pPr>
              <a:buNone/>
              <a:defRPr sz="1275" b="0">
                <a:solidFill>
                  <a:srgbClr val="AFC2BE"/>
                </a:solidFill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AFC2BE"/>
                </a:solidFill>
              </a:defRPr>
            </a:pPr>
            <a:r>
              <a:rPr sz="1275" b="0">
                <a:solidFill>
                  <a:srgbClr val="AFC2BE"/>
                </a:solidFill>
              </a:rPr>
              <a:t>Project proposal  ·  HSE  · 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B4ACFC-1773-45E5-A48B-93D449D49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34075"/>
            <a:ext cx="600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975" b="1">
                <a:solidFill>
                  <a:srgbClr val="AFC2BE"/>
                </a:solidFill>
              </a:defRPr>
            </a:defPPr>
            <a:lvl1pPr>
              <a:buNone/>
              <a:defRPr sz="975" b="1">
                <a:solidFill>
                  <a:srgbClr val="AFC2BE"/>
                </a:solidFill>
              </a:defRPr>
            </a:lvl1pPr>
            <a:lvl2pPr>
              <a:buNone/>
              <a:defRPr sz="975" b="1">
                <a:solidFill>
                  <a:srgbClr val="AFC2BE"/>
                </a:solidFill>
              </a:defRPr>
            </a:lvl2pPr>
            <a:lvl3pPr>
              <a:buNone/>
              <a:defRPr sz="975" b="1">
                <a:solidFill>
                  <a:srgbClr val="AFC2BE"/>
                </a:solidFill>
              </a:defRPr>
            </a:lvl3pPr>
            <a:lvl4pPr>
              <a:buNone/>
              <a:defRPr sz="975" b="1">
                <a:solidFill>
                  <a:srgbClr val="AFC2BE"/>
                </a:solidFill>
              </a:defRPr>
            </a:lvl4pPr>
            <a:lvl5pPr>
              <a:buNone/>
              <a:defRPr sz="975" b="1">
                <a:solidFill>
                  <a:srgbClr val="AFC2BE"/>
                </a:solidFill>
              </a:defRPr>
            </a:lvl5pPr>
            <a:lvl6pPr>
              <a:buNone/>
              <a:defRPr sz="975" b="1">
                <a:solidFill>
                  <a:srgbClr val="AFC2BE"/>
                </a:solidFill>
              </a:defRPr>
            </a:lvl6pPr>
            <a:lvl7pPr>
              <a:buNone/>
              <a:defRPr sz="975" b="1">
                <a:solidFill>
                  <a:srgbClr val="AFC2BE"/>
                </a:solidFill>
              </a:defRPr>
            </a:lvl7pPr>
            <a:lvl8pPr>
              <a:buNone/>
              <a:defRPr sz="975" b="1">
                <a:solidFill>
                  <a:srgbClr val="AFC2BE"/>
                </a:solidFill>
              </a:defRPr>
            </a:lvl8pPr>
            <a:lvl9pPr>
              <a:buNone/>
              <a:defRPr sz="975" b="1">
                <a:solidFill>
                  <a:srgbClr val="AFC2BE"/>
                </a:solidFill>
              </a:defRPr>
            </a:lvl9pPr>
          </a:lstStyle>
          <a:p xmlns:a="http://schemas.openxmlformats.org/drawingml/2006/main">
            <a:pPr>
              <a:buNone/>
              <a:defRPr sz="975" b="1">
                <a:solidFill>
                  <a:srgbClr val="AFC2BE"/>
                </a:solidFill>
              </a:defRPr>
            </a:pPr>
            <a:r>
              <a:rPr sz="975" b="1">
                <a:solidFill>
                  <a:srgbClr val="AFC2BE"/>
                </a:solidFill>
              </a:rPr>
              <a:t>TEAM: PARTICIPANTS 1–4</a:t>
            </a:r>
          </a:p>
        </p:txBody>
      </p:sp>
    </p:spTree>
    <p:extLst>
      <p:ext uri="{BB962C8B-B14F-4D97-AF65-F5344CB8AC3E}">
        <p14:creationId xmlns:p14="http://schemas.microsoft.com/office/powerpoint/2010/main" val="6146800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accent-rule">
            <a:extLst xmlns:a="http://schemas.openxmlformats.org/drawingml/2006/main">
              <a:ext uri="{FF2B5EF4-FFF2-40B4-BE49-F238E27FC236}">
                <a16:creationId xmlns:a16="http://schemas.microsoft.com/office/drawing/2014/main" id="{6E5060A4-58C9-450E-A1A7-B59EE0BCB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0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A2BCA56-E4F7-4B97-86EB-37D15C27C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550" b="1">
                <a:solidFill>
                  <a:srgbClr val="152A35"/>
                </a:solidFill>
              </a:defRPr>
            </a:defPPr>
            <a:lvl1pPr>
              <a:buNone/>
              <a:defRPr sz="2550" b="1">
                <a:solidFill>
                  <a:srgbClr val="152A35"/>
                </a:solidFill>
              </a:defRPr>
            </a:lvl1pPr>
            <a:lvl2pPr>
              <a:buNone/>
              <a:defRPr sz="2550" b="1">
                <a:solidFill>
                  <a:srgbClr val="152A35"/>
                </a:solidFill>
              </a:defRPr>
            </a:lvl2pPr>
            <a:lvl3pPr>
              <a:buNone/>
              <a:defRPr sz="2550" b="1">
                <a:solidFill>
                  <a:srgbClr val="152A35"/>
                </a:solidFill>
              </a:defRPr>
            </a:lvl3pPr>
            <a:lvl4pPr>
              <a:buNone/>
              <a:defRPr sz="2550" b="1">
                <a:solidFill>
                  <a:srgbClr val="152A35"/>
                </a:solidFill>
              </a:defRPr>
            </a:lvl4pPr>
            <a:lvl5pPr>
              <a:buNone/>
              <a:defRPr sz="2550" b="1">
                <a:solidFill>
                  <a:srgbClr val="152A35"/>
                </a:solidFill>
              </a:defRPr>
            </a:lvl5pPr>
            <a:lvl6pPr>
              <a:buNone/>
              <a:defRPr sz="2550" b="1">
                <a:solidFill>
                  <a:srgbClr val="152A35"/>
                </a:solidFill>
              </a:defRPr>
            </a:lvl6pPr>
            <a:lvl7pPr>
              <a:buNone/>
              <a:defRPr sz="2550" b="1">
                <a:solidFill>
                  <a:srgbClr val="152A35"/>
                </a:solidFill>
              </a:defRPr>
            </a:lvl7pPr>
            <a:lvl8pPr>
              <a:buNone/>
              <a:defRPr sz="2550" b="1">
                <a:solidFill>
                  <a:srgbClr val="152A35"/>
                </a:solidFill>
              </a:defRPr>
            </a:lvl8pPr>
            <a:lvl9pPr>
              <a:buNone/>
              <a:defRPr sz="2550" b="1">
                <a:solidFill>
                  <a:srgbClr val="152A35"/>
                </a:solidFill>
              </a:defRPr>
            </a:lvl9pPr>
          </a:lstStyle>
          <a:p xmlns:a="http://schemas.openxmlformats.org/drawingml/2006/main">
            <a:pPr>
              <a:buNone/>
              <a:defRPr sz="2550" b="1">
                <a:solidFill>
                  <a:srgbClr val="152A35"/>
                </a:solidFill>
              </a:defRPr>
            </a:pPr>
            <a:r>
              <a:rPr sz="2550" b="1">
                <a:solidFill>
                  <a:srgbClr val="152A35"/>
                </a:solidFill>
              </a:rPr>
              <a:t>Course requirements are scattered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86F3EF76-0264-4B51-8574-6B5619A77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022D51-84C3-41C4-937B-25D9517A1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975" b="1">
                <a:solidFill>
                  <a:srgbClr val="65767B"/>
                </a:solidFill>
              </a:defRPr>
            </a:defPPr>
            <a:lvl1pPr>
              <a:buNone/>
              <a:defRPr sz="975" b="1">
                <a:solidFill>
                  <a:srgbClr val="65767B"/>
                </a:solidFill>
              </a:defRPr>
            </a:lvl1pPr>
            <a:lvl2pPr>
              <a:buNone/>
              <a:defRPr sz="975" b="1">
                <a:solidFill>
                  <a:srgbClr val="65767B"/>
                </a:solidFill>
              </a:defRPr>
            </a:lvl2pPr>
            <a:lvl3pPr>
              <a:buNone/>
              <a:defRPr sz="975" b="1">
                <a:solidFill>
                  <a:srgbClr val="65767B"/>
                </a:solidFill>
              </a:defRPr>
            </a:lvl3pPr>
            <a:lvl4pPr>
              <a:buNone/>
              <a:defRPr sz="975" b="1">
                <a:solidFill>
                  <a:srgbClr val="65767B"/>
                </a:solidFill>
              </a:defRPr>
            </a:lvl4pPr>
            <a:lvl5pPr>
              <a:buNone/>
              <a:defRPr sz="975" b="1">
                <a:solidFill>
                  <a:srgbClr val="65767B"/>
                </a:solidFill>
              </a:defRPr>
            </a:lvl5pPr>
            <a:lvl6pPr>
              <a:buNone/>
              <a:defRPr sz="975" b="1">
                <a:solidFill>
                  <a:srgbClr val="65767B"/>
                </a:solidFill>
              </a:defRPr>
            </a:lvl6pPr>
            <a:lvl7pPr>
              <a:buNone/>
              <a:defRPr sz="975" b="1">
                <a:solidFill>
                  <a:srgbClr val="65767B"/>
                </a:solidFill>
              </a:defRPr>
            </a:lvl7pPr>
            <a:lvl8pPr>
              <a:buNone/>
              <a:defRPr sz="975" b="1">
                <a:solidFill>
                  <a:srgbClr val="65767B"/>
                </a:solidFill>
              </a:defRPr>
            </a:lvl8pPr>
            <a:lvl9pPr>
              <a:buNone/>
              <a:defRPr sz="975" b="1">
                <a:solidFill>
                  <a:srgbClr val="65767B"/>
                </a:solidFill>
              </a:defRPr>
            </a:lvl9pPr>
          </a:lstStyle>
          <a:p xmlns:a="http://schemas.openxmlformats.org/drawingml/2006/main">
            <a:pPr>
              <a:buNone/>
              <a:defRPr sz="975" b="1">
                <a:solidFill>
                  <a:srgbClr val="65767B"/>
                </a:solidFill>
              </a:defRPr>
            </a:pPr>
            <a:r>
              <a:rPr sz="975" b="1">
                <a:solidFill>
                  <a:srgbClr val="65767B"/>
                </a:solidFill>
              </a:rPr>
              <a:t>STUDYHUB  /  PROJECT PROPOSAL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B71CA9-6559-440C-9189-FE3F1B103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6419850"/>
            <a:ext cx="436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975" b="0">
                <a:solidFill>
                  <a:srgbClr val="65767B"/>
                </a:solidFill>
              </a:defRPr>
            </a:defPPr>
            <a:lvl1pPr>
              <a:buNone/>
              <a:defRPr sz="975" b="0">
                <a:solidFill>
                  <a:srgbClr val="65767B"/>
                </a:solidFill>
              </a:defRPr>
            </a:lvl1pPr>
            <a:lvl2pPr>
              <a:buNone/>
              <a:defRPr sz="975" b="0">
                <a:solidFill>
                  <a:srgbClr val="65767B"/>
                </a:solidFill>
              </a:defRPr>
            </a:lvl2pPr>
            <a:lvl3pPr>
              <a:buNone/>
              <a:defRPr sz="975" b="0">
                <a:solidFill>
                  <a:srgbClr val="65767B"/>
                </a:solidFill>
              </a:defRPr>
            </a:lvl3pPr>
            <a:lvl4pPr>
              <a:buNone/>
              <a:defRPr sz="975" b="0">
                <a:solidFill>
                  <a:srgbClr val="65767B"/>
                </a:solidFill>
              </a:defRPr>
            </a:lvl4pPr>
            <a:lvl5pPr>
              <a:buNone/>
              <a:defRPr sz="975" b="0">
                <a:solidFill>
                  <a:srgbClr val="65767B"/>
                </a:solidFill>
              </a:defRPr>
            </a:lvl5pPr>
            <a:lvl6pPr>
              <a:buNone/>
              <a:defRPr sz="975" b="0">
                <a:solidFill>
                  <a:srgbClr val="65767B"/>
                </a:solidFill>
              </a:defRPr>
            </a:lvl6pPr>
            <a:lvl7pPr>
              <a:buNone/>
              <a:defRPr sz="975" b="0">
                <a:solidFill>
                  <a:srgbClr val="65767B"/>
                </a:solidFill>
              </a:defRPr>
            </a:lvl7pPr>
            <a:lvl8pPr>
              <a:buNone/>
              <a:defRPr sz="975" b="0">
                <a:solidFill>
                  <a:srgbClr val="65767B"/>
                </a:solidFill>
              </a:defRPr>
            </a:lvl8pPr>
            <a:lvl9pPr>
              <a:buNone/>
              <a:defRPr sz="975" b="0">
                <a:solidFill>
                  <a:srgbClr val="65767B"/>
                </a:solidFill>
              </a:defRPr>
            </a:lvl9pPr>
          </a:lstStyle>
          <a:p xmlns:a="http://schemas.openxmlformats.org/drawingml/2006/main">
            <a:pPr>
              <a:buNone/>
              <a:defRPr sz="975" b="0">
                <a:solidFill>
                  <a:srgbClr val="65767B"/>
                </a:solidFill>
              </a:defRPr>
            </a:pPr>
            <a:r>
              <a:rPr sz="975" b="0">
                <a:solidFill>
                  <a:srgbClr val="65767B"/>
                </a:solidFill>
              </a:rPr>
              <a:t>Participant 1  ·  1:00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CBE2A8-CA11-4A9C-AFE9-7B617FE88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9052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050" b="1">
                <a:solidFill>
                  <a:srgbClr val="2B806D"/>
                </a:solidFill>
              </a:defRPr>
            </a:defPPr>
            <a:lvl1pPr>
              <a:buNone/>
              <a:defRPr sz="1050" b="1">
                <a:solidFill>
                  <a:srgbClr val="2B806D"/>
                </a:solidFill>
              </a:defRPr>
            </a:lvl1pPr>
            <a:lvl2pPr>
              <a:buNone/>
              <a:defRPr sz="1050" b="1">
                <a:solidFill>
                  <a:srgbClr val="2B806D"/>
                </a:solidFill>
              </a:defRPr>
            </a:lvl2pPr>
            <a:lvl3pPr>
              <a:buNone/>
              <a:defRPr sz="1050" b="1">
                <a:solidFill>
                  <a:srgbClr val="2B806D"/>
                </a:solidFill>
              </a:defRPr>
            </a:lvl3pPr>
            <a:lvl4pPr>
              <a:buNone/>
              <a:defRPr sz="1050" b="1">
                <a:solidFill>
                  <a:srgbClr val="2B806D"/>
                </a:solidFill>
              </a:defRPr>
            </a:lvl4pPr>
            <a:lvl5pPr>
              <a:buNone/>
              <a:defRPr sz="1050" b="1">
                <a:solidFill>
                  <a:srgbClr val="2B806D"/>
                </a:solidFill>
              </a:defRPr>
            </a:lvl5pPr>
            <a:lvl6pPr>
              <a:buNone/>
              <a:defRPr sz="1050" b="1">
                <a:solidFill>
                  <a:srgbClr val="2B806D"/>
                </a:solidFill>
              </a:defRPr>
            </a:lvl6pPr>
            <a:lvl7pPr>
              <a:buNone/>
              <a:defRPr sz="1050" b="1">
                <a:solidFill>
                  <a:srgbClr val="2B806D"/>
                </a:solidFill>
              </a:defRPr>
            </a:lvl7pPr>
            <a:lvl8pPr>
              <a:buNone/>
              <a:defRPr sz="1050" b="1">
                <a:solidFill>
                  <a:srgbClr val="2B806D"/>
                </a:solidFill>
              </a:defRPr>
            </a:lvl8pPr>
            <a:lvl9pPr>
              <a:buNone/>
              <a:defRPr sz="1050" b="1">
                <a:solidFill>
                  <a:srgbClr val="2B806D"/>
                </a:solidFill>
              </a:defRPr>
            </a:lvl9pPr>
          </a:lstStyle>
          <a:p xmlns:a="http://schemas.openxmlformats.org/drawingml/2006/main">
            <a:pPr>
              <a:buNone/>
              <a:defRPr sz="1050" b="1">
                <a:solidFill>
                  <a:srgbClr val="2B806D"/>
                </a:solidFill>
              </a:defRPr>
            </a:pPr>
            <a:r>
              <a:rPr sz="1050" b="1">
                <a:solidFill>
                  <a:srgbClr val="2B806D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9897AC-59CC-4ED4-830D-487D3E1EC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433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050" b="1">
                <a:solidFill>
                  <a:srgbClr val="2B806D"/>
                </a:solidFill>
              </a:defRPr>
            </a:defPPr>
            <a:lvl1pPr>
              <a:buNone/>
              <a:defRPr sz="1050" b="1">
                <a:solidFill>
                  <a:srgbClr val="2B806D"/>
                </a:solidFill>
              </a:defRPr>
            </a:lvl1pPr>
            <a:lvl2pPr>
              <a:buNone/>
              <a:defRPr sz="1050" b="1">
                <a:solidFill>
                  <a:srgbClr val="2B806D"/>
                </a:solidFill>
              </a:defRPr>
            </a:lvl2pPr>
            <a:lvl3pPr>
              <a:buNone/>
              <a:defRPr sz="1050" b="1">
                <a:solidFill>
                  <a:srgbClr val="2B806D"/>
                </a:solidFill>
              </a:defRPr>
            </a:lvl3pPr>
            <a:lvl4pPr>
              <a:buNone/>
              <a:defRPr sz="1050" b="1">
                <a:solidFill>
                  <a:srgbClr val="2B806D"/>
                </a:solidFill>
              </a:defRPr>
            </a:lvl4pPr>
            <a:lvl5pPr>
              <a:buNone/>
              <a:defRPr sz="1050" b="1">
                <a:solidFill>
                  <a:srgbClr val="2B806D"/>
                </a:solidFill>
              </a:defRPr>
            </a:lvl5pPr>
            <a:lvl6pPr>
              <a:buNone/>
              <a:defRPr sz="1050" b="1">
                <a:solidFill>
                  <a:srgbClr val="2B806D"/>
                </a:solidFill>
              </a:defRPr>
            </a:lvl6pPr>
            <a:lvl7pPr>
              <a:buNone/>
              <a:defRPr sz="1050" b="1">
                <a:solidFill>
                  <a:srgbClr val="2B806D"/>
                </a:solidFill>
              </a:defRPr>
            </a:lvl7pPr>
            <a:lvl8pPr>
              <a:buNone/>
              <a:defRPr sz="1050" b="1">
                <a:solidFill>
                  <a:srgbClr val="2B806D"/>
                </a:solidFill>
              </a:defRPr>
            </a:lvl8pPr>
            <a:lvl9pPr>
              <a:buNone/>
              <a:defRPr sz="1050" b="1">
                <a:solidFill>
                  <a:srgbClr val="2B806D"/>
                </a:solidFill>
              </a:defRPr>
            </a:lvl9pPr>
          </a:lstStyle>
          <a:p xmlns:a="http://schemas.openxmlformats.org/drawingml/2006/main">
            <a:pPr>
              <a:buNone/>
              <a:defRPr sz="1050" b="1">
                <a:solidFill>
                  <a:srgbClr val="2B806D"/>
                </a:solidFill>
              </a:defRPr>
            </a:pPr>
            <a:r>
              <a:rPr sz="1050" b="1">
                <a:solidFill>
                  <a:srgbClr val="2B806D"/>
                </a:solidFill>
              </a:rPr>
              <a:t>WHAT STUDENTS RECEIVE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AFD8C9-502E-4B74-93BB-39B8656C2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38350"/>
            <a:ext cx="4333875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950" b="0">
                <a:solidFill>
                  <a:srgbClr val="152A35"/>
                </a:solidFill>
              </a:defRPr>
            </a:defPPr>
            <a:lvl1pPr>
              <a:buNone/>
              <a:defRPr sz="1950" b="0">
                <a:solidFill>
                  <a:srgbClr val="152A35"/>
                </a:solidFill>
              </a:defRPr>
            </a:lvl1pPr>
            <a:lvl2pPr>
              <a:buNone/>
              <a:defRPr sz="1950" b="0">
                <a:solidFill>
                  <a:srgbClr val="152A35"/>
                </a:solidFill>
              </a:defRPr>
            </a:lvl2pPr>
            <a:lvl3pPr>
              <a:buNone/>
              <a:defRPr sz="1950" b="0">
                <a:solidFill>
                  <a:srgbClr val="152A35"/>
                </a:solidFill>
              </a:defRPr>
            </a:lvl3pPr>
            <a:lvl4pPr>
              <a:buNone/>
              <a:defRPr sz="1950" b="0">
                <a:solidFill>
                  <a:srgbClr val="152A35"/>
                </a:solidFill>
              </a:defRPr>
            </a:lvl4pPr>
            <a:lvl5pPr>
              <a:buNone/>
              <a:defRPr sz="1950" b="0">
                <a:solidFill>
                  <a:srgbClr val="152A35"/>
                </a:solidFill>
              </a:defRPr>
            </a:lvl5pPr>
            <a:lvl6pPr>
              <a:buNone/>
              <a:defRPr sz="1950" b="0">
                <a:solidFill>
                  <a:srgbClr val="152A35"/>
                </a:solidFill>
              </a:defRPr>
            </a:lvl6pPr>
            <a:lvl7pPr>
              <a:buNone/>
              <a:defRPr sz="1950" b="0">
                <a:solidFill>
                  <a:srgbClr val="152A35"/>
                </a:solidFill>
              </a:defRPr>
            </a:lvl7pPr>
            <a:lvl8pPr>
              <a:buNone/>
              <a:defRPr sz="1950" b="0">
                <a:solidFill>
                  <a:srgbClr val="152A35"/>
                </a:solidFill>
              </a:defRPr>
            </a:lvl8pPr>
            <a:lvl9pPr>
              <a:buNone/>
              <a:defRPr sz="1950" b="0">
                <a:solidFill>
                  <a:srgbClr val="152A35"/>
                </a:solidFill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152A35"/>
                </a:solidFill>
              </a:defRPr>
            </a:pPr>
            <a:r>
              <a:rPr sz="1950" b="0">
                <a:solidFill>
                  <a:srgbClr val="152A35"/>
                </a:solidFill>
              </a:rPr>
              <a:t>Lecture PDFs, assignment briefs, course rules, and updates in chats.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47B5EA-39D3-4212-ACAC-28B20F006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52875"/>
            <a:ext cx="433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050" b="1">
                <a:solidFill>
                  <a:srgbClr val="D98B45"/>
                </a:solidFill>
              </a:defRPr>
            </a:defPPr>
            <a:lvl1pPr>
              <a:buNone/>
              <a:defRPr sz="1050" b="1">
                <a:solidFill>
                  <a:srgbClr val="D98B45"/>
                </a:solidFill>
              </a:defRPr>
            </a:lvl1pPr>
            <a:lvl2pPr>
              <a:buNone/>
              <a:defRPr sz="1050" b="1">
                <a:solidFill>
                  <a:srgbClr val="D98B45"/>
                </a:solidFill>
              </a:defRPr>
            </a:lvl2pPr>
            <a:lvl3pPr>
              <a:buNone/>
              <a:defRPr sz="1050" b="1">
                <a:solidFill>
                  <a:srgbClr val="D98B45"/>
                </a:solidFill>
              </a:defRPr>
            </a:lvl3pPr>
            <a:lvl4pPr>
              <a:buNone/>
              <a:defRPr sz="1050" b="1">
                <a:solidFill>
                  <a:srgbClr val="D98B45"/>
                </a:solidFill>
              </a:defRPr>
            </a:lvl4pPr>
            <a:lvl5pPr>
              <a:buNone/>
              <a:defRPr sz="1050" b="1">
                <a:solidFill>
                  <a:srgbClr val="D98B45"/>
                </a:solidFill>
              </a:defRPr>
            </a:lvl5pPr>
            <a:lvl6pPr>
              <a:buNone/>
              <a:defRPr sz="1050" b="1">
                <a:solidFill>
                  <a:srgbClr val="D98B45"/>
                </a:solidFill>
              </a:defRPr>
            </a:lvl6pPr>
            <a:lvl7pPr>
              <a:buNone/>
              <a:defRPr sz="1050" b="1">
                <a:solidFill>
                  <a:srgbClr val="D98B45"/>
                </a:solidFill>
              </a:defRPr>
            </a:lvl7pPr>
            <a:lvl8pPr>
              <a:buNone/>
              <a:defRPr sz="1050" b="1">
                <a:solidFill>
                  <a:srgbClr val="D98B45"/>
                </a:solidFill>
              </a:defRPr>
            </a:lvl8pPr>
            <a:lvl9pPr>
              <a:buNone/>
              <a:defRPr sz="1050" b="1">
                <a:solidFill>
                  <a:srgbClr val="D98B45"/>
                </a:solidFill>
              </a:defRPr>
            </a:lvl9pPr>
          </a:lstStyle>
          <a:p xmlns:a="http://schemas.openxmlformats.org/drawingml/2006/main">
            <a:pPr>
              <a:buNone/>
              <a:defRPr sz="1050" b="1">
                <a:solidFill>
                  <a:srgbClr val="D98B45"/>
                </a:solidFill>
              </a:defRPr>
            </a:pPr>
            <a:r>
              <a:rPr sz="1050" b="1">
                <a:solidFill>
                  <a:srgbClr val="D98B45"/>
                </a:solidFill>
              </a:rPr>
              <a:t>WHAT STUDENTS NEED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3798DB-8233-467A-9474-18566DA21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76725"/>
            <a:ext cx="4333875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950" b="0">
                <a:solidFill>
                  <a:srgbClr val="152A35"/>
                </a:solidFill>
              </a:defRPr>
            </a:defPPr>
            <a:lvl1pPr>
              <a:buNone/>
              <a:defRPr sz="1950" b="0">
                <a:solidFill>
                  <a:srgbClr val="152A35"/>
                </a:solidFill>
              </a:defRPr>
            </a:lvl1pPr>
            <a:lvl2pPr>
              <a:buNone/>
              <a:defRPr sz="1950" b="0">
                <a:solidFill>
                  <a:srgbClr val="152A35"/>
                </a:solidFill>
              </a:defRPr>
            </a:lvl2pPr>
            <a:lvl3pPr>
              <a:buNone/>
              <a:defRPr sz="1950" b="0">
                <a:solidFill>
                  <a:srgbClr val="152A35"/>
                </a:solidFill>
              </a:defRPr>
            </a:lvl3pPr>
            <a:lvl4pPr>
              <a:buNone/>
              <a:defRPr sz="1950" b="0">
                <a:solidFill>
                  <a:srgbClr val="152A35"/>
                </a:solidFill>
              </a:defRPr>
            </a:lvl4pPr>
            <a:lvl5pPr>
              <a:buNone/>
              <a:defRPr sz="1950" b="0">
                <a:solidFill>
                  <a:srgbClr val="152A35"/>
                </a:solidFill>
              </a:defRPr>
            </a:lvl5pPr>
            <a:lvl6pPr>
              <a:buNone/>
              <a:defRPr sz="1950" b="0">
                <a:solidFill>
                  <a:srgbClr val="152A35"/>
                </a:solidFill>
              </a:defRPr>
            </a:lvl6pPr>
            <a:lvl7pPr>
              <a:buNone/>
              <a:defRPr sz="1950" b="0">
                <a:solidFill>
                  <a:srgbClr val="152A35"/>
                </a:solidFill>
              </a:defRPr>
            </a:lvl7pPr>
            <a:lvl8pPr>
              <a:buNone/>
              <a:defRPr sz="1950" b="0">
                <a:solidFill>
                  <a:srgbClr val="152A35"/>
                </a:solidFill>
              </a:defRPr>
            </a:lvl8pPr>
            <a:lvl9pPr>
              <a:buNone/>
              <a:defRPr sz="1950" b="0">
                <a:solidFill>
                  <a:srgbClr val="152A35"/>
                </a:solidFill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152A35"/>
                </a:solidFill>
              </a:defRPr>
            </a:pPr>
            <a:r>
              <a:rPr sz="1950" b="0">
                <a:solidFill>
                  <a:srgbClr val="152A35"/>
                </a:solidFill>
              </a:rPr>
              <a:t>One clear answer: what is due, by when, and what must I submit?</a:t>
            </a:r>
          </a:p>
        </p:txBody>
      </p:sp>
      <p:sp>
        <p:nvSpPr>
          <p:cNvPr id="11" name="divider">
            <a:extLst xmlns:a="http://schemas.openxmlformats.org/drawingml/2006/main">
              <a:ext uri="{FF2B5EF4-FFF2-40B4-BE49-F238E27FC236}">
                <a16:creationId xmlns:a16="http://schemas.microsoft.com/office/drawing/2014/main" id="{A059DD5F-0E76-4800-A16D-B34017605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809750"/>
            <a:ext cx="190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90411B-EDBF-4058-A2AD-08C104D2F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09750"/>
            <a:ext cx="419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425" b="1">
                <a:solidFill>
                  <a:srgbClr val="2B806D"/>
                </a:solidFill>
              </a:defRPr>
            </a:defPPr>
            <a:lvl1pPr>
              <a:buNone/>
              <a:defRPr sz="1425" b="1">
                <a:solidFill>
                  <a:srgbClr val="2B806D"/>
                </a:solidFill>
              </a:defRPr>
            </a:lvl1pPr>
            <a:lvl2pPr>
              <a:buNone/>
              <a:defRPr sz="1425" b="1">
                <a:solidFill>
                  <a:srgbClr val="2B806D"/>
                </a:solidFill>
              </a:defRPr>
            </a:lvl2pPr>
            <a:lvl3pPr>
              <a:buNone/>
              <a:defRPr sz="1425" b="1">
                <a:solidFill>
                  <a:srgbClr val="2B806D"/>
                </a:solidFill>
              </a:defRPr>
            </a:lvl3pPr>
            <a:lvl4pPr>
              <a:buNone/>
              <a:defRPr sz="1425" b="1">
                <a:solidFill>
                  <a:srgbClr val="2B806D"/>
                </a:solidFill>
              </a:defRPr>
            </a:lvl4pPr>
            <a:lvl5pPr>
              <a:buNone/>
              <a:defRPr sz="1425" b="1">
                <a:solidFill>
                  <a:srgbClr val="2B806D"/>
                </a:solidFill>
              </a:defRPr>
            </a:lvl5pPr>
            <a:lvl6pPr>
              <a:buNone/>
              <a:defRPr sz="1425" b="1">
                <a:solidFill>
                  <a:srgbClr val="2B806D"/>
                </a:solidFill>
              </a:defRPr>
            </a:lvl6pPr>
            <a:lvl7pPr>
              <a:buNone/>
              <a:defRPr sz="1425" b="1">
                <a:solidFill>
                  <a:srgbClr val="2B806D"/>
                </a:solidFill>
              </a:defRPr>
            </a:lvl7pPr>
            <a:lvl8pPr>
              <a:buNone/>
              <a:defRPr sz="1425" b="1">
                <a:solidFill>
                  <a:srgbClr val="2B806D"/>
                </a:solidFill>
              </a:defRPr>
            </a:lvl8pPr>
            <a:lvl9pPr>
              <a:buNone/>
              <a:defRPr sz="1425" b="1">
                <a:solidFill>
                  <a:srgbClr val="2B806D"/>
                </a:solidFill>
              </a:defRPr>
            </a:lvl9pPr>
          </a:lstStyle>
          <a:p xmlns:a="http://schemas.openxmlformats.org/drawingml/2006/main">
            <a:pPr>
              <a:buNone/>
              <a:defRPr sz="1425" b="1">
                <a:solidFill>
                  <a:srgbClr val="2B806D"/>
                </a:solidFill>
              </a:defRPr>
            </a:pPr>
            <a:r>
              <a:rPr sz="1425" b="1">
                <a:solidFill>
                  <a:srgbClr val="2B806D"/>
                </a:solidFill>
              </a:rPr>
              <a:t>A real example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B16E98-D6C7-4DDB-AA78-FE6D4A355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52675"/>
            <a:ext cx="419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75" b="1">
                <a:solidFill>
                  <a:srgbClr val="152A35"/>
                </a:solidFill>
              </a:defRPr>
            </a:defPPr>
            <a:lvl1pPr>
              <a:buNone/>
              <a:defRPr sz="2175" b="1">
                <a:solidFill>
                  <a:srgbClr val="152A35"/>
                </a:solidFill>
              </a:defRPr>
            </a:lvl1pPr>
            <a:lvl2pPr>
              <a:buNone/>
              <a:defRPr sz="2175" b="1">
                <a:solidFill>
                  <a:srgbClr val="152A35"/>
                </a:solidFill>
              </a:defRPr>
            </a:lvl2pPr>
            <a:lvl3pPr>
              <a:buNone/>
              <a:defRPr sz="2175" b="1">
                <a:solidFill>
                  <a:srgbClr val="152A35"/>
                </a:solidFill>
              </a:defRPr>
            </a:lvl3pPr>
            <a:lvl4pPr>
              <a:buNone/>
              <a:defRPr sz="2175" b="1">
                <a:solidFill>
                  <a:srgbClr val="152A35"/>
                </a:solidFill>
              </a:defRPr>
            </a:lvl4pPr>
            <a:lvl5pPr>
              <a:buNone/>
              <a:defRPr sz="2175" b="1">
                <a:solidFill>
                  <a:srgbClr val="152A35"/>
                </a:solidFill>
              </a:defRPr>
            </a:lvl5pPr>
            <a:lvl6pPr>
              <a:buNone/>
              <a:defRPr sz="2175" b="1">
                <a:solidFill>
                  <a:srgbClr val="152A35"/>
                </a:solidFill>
              </a:defRPr>
            </a:lvl6pPr>
            <a:lvl7pPr>
              <a:buNone/>
              <a:defRPr sz="2175" b="1">
                <a:solidFill>
                  <a:srgbClr val="152A35"/>
                </a:solidFill>
              </a:defRPr>
            </a:lvl7pPr>
            <a:lvl8pPr>
              <a:buNone/>
              <a:defRPr sz="2175" b="1">
                <a:solidFill>
                  <a:srgbClr val="152A35"/>
                </a:solidFill>
              </a:defRPr>
            </a:lvl8pPr>
            <a:lvl9pPr>
              <a:buNone/>
              <a:defRPr sz="2175" b="1">
                <a:solidFill>
                  <a:srgbClr val="152A35"/>
                </a:solidFill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152A35"/>
                </a:solidFill>
              </a:defRPr>
            </a:pPr>
            <a:r>
              <a:rPr sz="2175" b="1">
                <a:solidFill>
                  <a:srgbClr val="152A35"/>
                </a:solidFill>
              </a:rPr>
              <a:t>“Deadlines and defense dates</a:t>
            </a:r>
          </a:p>
          <a:p xmlns:a="http://schemas.openxmlformats.org/drawingml/2006/main">
            <a:pPr>
              <a:buNone/>
              <a:defRPr sz="2175" b="1">
                <a:solidFill>
                  <a:srgbClr val="152A35"/>
                </a:solidFill>
              </a:defRPr>
            </a:pPr>
            <a:r>
              <a:rPr sz="2175" b="1">
                <a:solidFill>
                  <a:srgbClr val="152A35"/>
                </a:solidFill>
              </a:rPr>
              <a:t>are announced in the group chat.”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0DC835-594E-433B-9CBB-4A970916E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09950"/>
            <a:ext cx="4191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0">
                <a:solidFill>
                  <a:srgbClr val="65767B"/>
                </a:solidFill>
              </a:defRPr>
            </a:defPPr>
            <a:lvl1pPr>
              <a:buNone/>
              <a:defRPr sz="1725" b="0">
                <a:solidFill>
                  <a:srgbClr val="65767B"/>
                </a:solidFill>
              </a:defRPr>
            </a:lvl1pPr>
            <a:lvl2pPr>
              <a:buNone/>
              <a:defRPr sz="1725" b="0">
                <a:solidFill>
                  <a:srgbClr val="65767B"/>
                </a:solidFill>
              </a:defRPr>
            </a:lvl2pPr>
            <a:lvl3pPr>
              <a:buNone/>
              <a:defRPr sz="1725" b="0">
                <a:solidFill>
                  <a:srgbClr val="65767B"/>
                </a:solidFill>
              </a:defRPr>
            </a:lvl3pPr>
            <a:lvl4pPr>
              <a:buNone/>
              <a:defRPr sz="1725" b="0">
                <a:solidFill>
                  <a:srgbClr val="65767B"/>
                </a:solidFill>
              </a:defRPr>
            </a:lvl4pPr>
            <a:lvl5pPr>
              <a:buNone/>
              <a:defRPr sz="1725" b="0">
                <a:solidFill>
                  <a:srgbClr val="65767B"/>
                </a:solidFill>
              </a:defRPr>
            </a:lvl5pPr>
            <a:lvl6pPr>
              <a:buNone/>
              <a:defRPr sz="1725" b="0">
                <a:solidFill>
                  <a:srgbClr val="65767B"/>
                </a:solidFill>
              </a:defRPr>
            </a:lvl6pPr>
            <a:lvl7pPr>
              <a:buNone/>
              <a:defRPr sz="1725" b="0">
                <a:solidFill>
                  <a:srgbClr val="65767B"/>
                </a:solidFill>
              </a:defRPr>
            </a:lvl7pPr>
            <a:lvl8pPr>
              <a:buNone/>
              <a:defRPr sz="1725" b="0">
                <a:solidFill>
                  <a:srgbClr val="65767B"/>
                </a:solidFill>
              </a:defRPr>
            </a:lvl8pPr>
            <a:lvl9pPr>
              <a:buNone/>
              <a:defRPr sz="1725" b="0">
                <a:solidFill>
                  <a:srgbClr val="65767B"/>
                </a:solidFill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65767B"/>
                </a:solidFill>
              </a:defRPr>
            </a:pPr>
            <a:r>
              <a:rPr sz="1725" b="0">
                <a:solidFill>
                  <a:srgbClr val="65767B"/>
                </a:solidFill>
              </a:rPr>
              <a:t>The guide separates grading, repository rules, and the submission checklist across sections.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C2306A-ED8B-44FB-A7C8-8090D40A9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48250"/>
            <a:ext cx="419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00" b="1">
                <a:solidFill>
                  <a:srgbClr val="152A35"/>
                </a:solidFill>
              </a:defRPr>
            </a:defPPr>
            <a:lvl1pPr>
              <a:buNone/>
              <a:defRPr sz="1500" b="1">
                <a:solidFill>
                  <a:srgbClr val="152A35"/>
                </a:solidFill>
              </a:defRPr>
            </a:lvl1pPr>
            <a:lvl2pPr>
              <a:buNone/>
              <a:defRPr sz="1500" b="1">
                <a:solidFill>
                  <a:srgbClr val="152A35"/>
                </a:solidFill>
              </a:defRPr>
            </a:lvl2pPr>
            <a:lvl3pPr>
              <a:buNone/>
              <a:defRPr sz="1500" b="1">
                <a:solidFill>
                  <a:srgbClr val="152A35"/>
                </a:solidFill>
              </a:defRPr>
            </a:lvl3pPr>
            <a:lvl4pPr>
              <a:buNone/>
              <a:defRPr sz="1500" b="1">
                <a:solidFill>
                  <a:srgbClr val="152A35"/>
                </a:solidFill>
              </a:defRPr>
            </a:lvl4pPr>
            <a:lvl5pPr>
              <a:buNone/>
              <a:defRPr sz="1500" b="1">
                <a:solidFill>
                  <a:srgbClr val="152A35"/>
                </a:solidFill>
              </a:defRPr>
            </a:lvl5pPr>
            <a:lvl6pPr>
              <a:buNone/>
              <a:defRPr sz="1500" b="1">
                <a:solidFill>
                  <a:srgbClr val="152A35"/>
                </a:solidFill>
              </a:defRPr>
            </a:lvl6pPr>
            <a:lvl7pPr>
              <a:buNone/>
              <a:defRPr sz="1500" b="1">
                <a:solidFill>
                  <a:srgbClr val="152A35"/>
                </a:solidFill>
              </a:defRPr>
            </a:lvl7pPr>
            <a:lvl8pPr>
              <a:buNone/>
              <a:defRPr sz="1500" b="1">
                <a:solidFill>
                  <a:srgbClr val="152A35"/>
                </a:solidFill>
              </a:defRPr>
            </a:lvl8pPr>
            <a:lvl9pPr>
              <a:buNone/>
              <a:defRPr sz="1500" b="1">
                <a:solidFill>
                  <a:srgbClr val="152A35"/>
                </a:solidFill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152A35"/>
                </a:solidFill>
              </a:defRPr>
            </a:pPr>
            <a:r>
              <a:rPr sz="1500" b="1">
                <a:solidFill>
                  <a:srgbClr val="152A35"/>
                </a:solidFill>
              </a:rPr>
              <a:t>The facts are there. Connecting them takes time.</a:t>
            </a:r>
          </a:p>
        </p:txBody>
      </p:sp>
    </p:spTree>
    <p:extLst>
      <p:ext uri="{BB962C8B-B14F-4D97-AF65-F5344CB8AC3E}">
        <p14:creationId xmlns:p14="http://schemas.microsoft.com/office/powerpoint/2010/main" val="17116246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ccent-rule">
            <a:extLst xmlns:a="http://schemas.openxmlformats.org/drawingml/2006/main">
              <a:ext uri="{FF2B5EF4-FFF2-40B4-BE49-F238E27FC236}">
                <a16:creationId xmlns:a16="http://schemas.microsoft.com/office/drawing/2014/main" id="{8F16D96D-ED94-45A3-83E9-DF6B42BE9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0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0827DB6-F817-4E34-B1FB-2539604C4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550" b="1">
                <a:solidFill>
                  <a:srgbClr val="152A35"/>
                </a:solidFill>
              </a:defRPr>
            </a:defPPr>
            <a:lvl1pPr>
              <a:buNone/>
              <a:defRPr sz="2550" b="1">
                <a:solidFill>
                  <a:srgbClr val="152A35"/>
                </a:solidFill>
              </a:defRPr>
            </a:lvl1pPr>
            <a:lvl2pPr>
              <a:buNone/>
              <a:defRPr sz="2550" b="1">
                <a:solidFill>
                  <a:srgbClr val="152A35"/>
                </a:solidFill>
              </a:defRPr>
            </a:lvl2pPr>
            <a:lvl3pPr>
              <a:buNone/>
              <a:defRPr sz="2550" b="1">
                <a:solidFill>
                  <a:srgbClr val="152A35"/>
                </a:solidFill>
              </a:defRPr>
            </a:lvl3pPr>
            <a:lvl4pPr>
              <a:buNone/>
              <a:defRPr sz="2550" b="1">
                <a:solidFill>
                  <a:srgbClr val="152A35"/>
                </a:solidFill>
              </a:defRPr>
            </a:lvl4pPr>
            <a:lvl5pPr>
              <a:buNone/>
              <a:defRPr sz="2550" b="1">
                <a:solidFill>
                  <a:srgbClr val="152A35"/>
                </a:solidFill>
              </a:defRPr>
            </a:lvl5pPr>
            <a:lvl6pPr>
              <a:buNone/>
              <a:defRPr sz="2550" b="1">
                <a:solidFill>
                  <a:srgbClr val="152A35"/>
                </a:solidFill>
              </a:defRPr>
            </a:lvl6pPr>
            <a:lvl7pPr>
              <a:buNone/>
              <a:defRPr sz="2550" b="1">
                <a:solidFill>
                  <a:srgbClr val="152A35"/>
                </a:solidFill>
              </a:defRPr>
            </a:lvl7pPr>
            <a:lvl8pPr>
              <a:buNone/>
              <a:defRPr sz="2550" b="1">
                <a:solidFill>
                  <a:srgbClr val="152A35"/>
                </a:solidFill>
              </a:defRPr>
            </a:lvl8pPr>
            <a:lvl9pPr>
              <a:buNone/>
              <a:defRPr sz="2550" b="1">
                <a:solidFill>
                  <a:srgbClr val="152A35"/>
                </a:solidFill>
              </a:defRPr>
            </a:lvl9pPr>
          </a:lstStyle>
          <a:p xmlns:a="http://schemas.openxmlformats.org/drawingml/2006/main">
            <a:pPr>
              <a:buNone/>
              <a:defRPr sz="2550" b="1">
                <a:solidFill>
                  <a:srgbClr val="152A35"/>
                </a:solidFill>
              </a:defRPr>
            </a:pPr>
            <a:r>
              <a:rPr sz="2550" b="1">
                <a:solidFill>
                  <a:srgbClr val="152A35"/>
                </a:solidFill>
              </a:rPr>
              <a:t>Why a language model belongs in StudyHub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89EDA1BB-9FD5-4CFD-B4FA-F23CA72EC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B51C4A-3112-44E4-9807-32C5CC21B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975" b="1">
                <a:solidFill>
                  <a:srgbClr val="65767B"/>
                </a:solidFill>
              </a:defRPr>
            </a:defPPr>
            <a:lvl1pPr>
              <a:buNone/>
              <a:defRPr sz="975" b="1">
                <a:solidFill>
                  <a:srgbClr val="65767B"/>
                </a:solidFill>
              </a:defRPr>
            </a:lvl1pPr>
            <a:lvl2pPr>
              <a:buNone/>
              <a:defRPr sz="975" b="1">
                <a:solidFill>
                  <a:srgbClr val="65767B"/>
                </a:solidFill>
              </a:defRPr>
            </a:lvl2pPr>
            <a:lvl3pPr>
              <a:buNone/>
              <a:defRPr sz="975" b="1">
                <a:solidFill>
                  <a:srgbClr val="65767B"/>
                </a:solidFill>
              </a:defRPr>
            </a:lvl3pPr>
            <a:lvl4pPr>
              <a:buNone/>
              <a:defRPr sz="975" b="1">
                <a:solidFill>
                  <a:srgbClr val="65767B"/>
                </a:solidFill>
              </a:defRPr>
            </a:lvl4pPr>
            <a:lvl5pPr>
              <a:buNone/>
              <a:defRPr sz="975" b="1">
                <a:solidFill>
                  <a:srgbClr val="65767B"/>
                </a:solidFill>
              </a:defRPr>
            </a:lvl5pPr>
            <a:lvl6pPr>
              <a:buNone/>
              <a:defRPr sz="975" b="1">
                <a:solidFill>
                  <a:srgbClr val="65767B"/>
                </a:solidFill>
              </a:defRPr>
            </a:lvl6pPr>
            <a:lvl7pPr>
              <a:buNone/>
              <a:defRPr sz="975" b="1">
                <a:solidFill>
                  <a:srgbClr val="65767B"/>
                </a:solidFill>
              </a:defRPr>
            </a:lvl7pPr>
            <a:lvl8pPr>
              <a:buNone/>
              <a:defRPr sz="975" b="1">
                <a:solidFill>
                  <a:srgbClr val="65767B"/>
                </a:solidFill>
              </a:defRPr>
            </a:lvl8pPr>
            <a:lvl9pPr>
              <a:buNone/>
              <a:defRPr sz="975" b="1">
                <a:solidFill>
                  <a:srgbClr val="65767B"/>
                </a:solidFill>
              </a:defRPr>
            </a:lvl9pPr>
          </a:lstStyle>
          <a:p xmlns:a="http://schemas.openxmlformats.org/drawingml/2006/main">
            <a:pPr>
              <a:buNone/>
              <a:defRPr sz="975" b="1">
                <a:solidFill>
                  <a:srgbClr val="65767B"/>
                </a:solidFill>
              </a:defRPr>
            </a:pPr>
            <a:r>
              <a:rPr sz="975" b="1">
                <a:solidFill>
                  <a:srgbClr val="65767B"/>
                </a:solidFill>
              </a:rPr>
              <a:t>STUDYHUB  /  PROJECT PROPOSAL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FA7960-FC49-42C2-95E1-81EE5959A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6419850"/>
            <a:ext cx="436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975" b="0">
                <a:solidFill>
                  <a:srgbClr val="65767B"/>
                </a:solidFill>
              </a:defRPr>
            </a:defPPr>
            <a:lvl1pPr>
              <a:buNone/>
              <a:defRPr sz="975" b="0">
                <a:solidFill>
                  <a:srgbClr val="65767B"/>
                </a:solidFill>
              </a:defRPr>
            </a:lvl1pPr>
            <a:lvl2pPr>
              <a:buNone/>
              <a:defRPr sz="975" b="0">
                <a:solidFill>
                  <a:srgbClr val="65767B"/>
                </a:solidFill>
              </a:defRPr>
            </a:lvl2pPr>
            <a:lvl3pPr>
              <a:buNone/>
              <a:defRPr sz="975" b="0">
                <a:solidFill>
                  <a:srgbClr val="65767B"/>
                </a:solidFill>
              </a:defRPr>
            </a:lvl3pPr>
            <a:lvl4pPr>
              <a:buNone/>
              <a:defRPr sz="975" b="0">
                <a:solidFill>
                  <a:srgbClr val="65767B"/>
                </a:solidFill>
              </a:defRPr>
            </a:lvl4pPr>
            <a:lvl5pPr>
              <a:buNone/>
              <a:defRPr sz="975" b="0">
                <a:solidFill>
                  <a:srgbClr val="65767B"/>
                </a:solidFill>
              </a:defRPr>
            </a:lvl5pPr>
            <a:lvl6pPr>
              <a:buNone/>
              <a:defRPr sz="975" b="0">
                <a:solidFill>
                  <a:srgbClr val="65767B"/>
                </a:solidFill>
              </a:defRPr>
            </a:lvl6pPr>
            <a:lvl7pPr>
              <a:buNone/>
              <a:defRPr sz="975" b="0">
                <a:solidFill>
                  <a:srgbClr val="65767B"/>
                </a:solidFill>
              </a:defRPr>
            </a:lvl7pPr>
            <a:lvl8pPr>
              <a:buNone/>
              <a:defRPr sz="975" b="0">
                <a:solidFill>
                  <a:srgbClr val="65767B"/>
                </a:solidFill>
              </a:defRPr>
            </a:lvl8pPr>
            <a:lvl9pPr>
              <a:buNone/>
              <a:defRPr sz="975" b="0">
                <a:solidFill>
                  <a:srgbClr val="65767B"/>
                </a:solidFill>
              </a:defRPr>
            </a:lvl9pPr>
          </a:lstStyle>
          <a:p xmlns:a="http://schemas.openxmlformats.org/drawingml/2006/main">
            <a:pPr>
              <a:buNone/>
              <a:defRPr sz="975" b="0">
                <a:solidFill>
                  <a:srgbClr val="65767B"/>
                </a:solidFill>
              </a:defRPr>
            </a:pPr>
            <a:r>
              <a:rPr sz="975" b="0">
                <a:solidFill>
                  <a:srgbClr val="65767B"/>
                </a:solidFill>
              </a:rPr>
              <a:t>Participant 1  ·  1:10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E1A137-F336-406A-A969-A59333E4A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9052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050" b="1">
                <a:solidFill>
                  <a:srgbClr val="2B806D"/>
                </a:solidFill>
              </a:defRPr>
            </a:defPPr>
            <a:lvl1pPr>
              <a:buNone/>
              <a:defRPr sz="1050" b="1">
                <a:solidFill>
                  <a:srgbClr val="2B806D"/>
                </a:solidFill>
              </a:defRPr>
            </a:lvl1pPr>
            <a:lvl2pPr>
              <a:buNone/>
              <a:defRPr sz="1050" b="1">
                <a:solidFill>
                  <a:srgbClr val="2B806D"/>
                </a:solidFill>
              </a:defRPr>
            </a:lvl2pPr>
            <a:lvl3pPr>
              <a:buNone/>
              <a:defRPr sz="1050" b="1">
                <a:solidFill>
                  <a:srgbClr val="2B806D"/>
                </a:solidFill>
              </a:defRPr>
            </a:lvl3pPr>
            <a:lvl4pPr>
              <a:buNone/>
              <a:defRPr sz="1050" b="1">
                <a:solidFill>
                  <a:srgbClr val="2B806D"/>
                </a:solidFill>
              </a:defRPr>
            </a:lvl4pPr>
            <a:lvl5pPr>
              <a:buNone/>
              <a:defRPr sz="1050" b="1">
                <a:solidFill>
                  <a:srgbClr val="2B806D"/>
                </a:solidFill>
              </a:defRPr>
            </a:lvl5pPr>
            <a:lvl6pPr>
              <a:buNone/>
              <a:defRPr sz="1050" b="1">
                <a:solidFill>
                  <a:srgbClr val="2B806D"/>
                </a:solidFill>
              </a:defRPr>
            </a:lvl6pPr>
            <a:lvl7pPr>
              <a:buNone/>
              <a:defRPr sz="1050" b="1">
                <a:solidFill>
                  <a:srgbClr val="2B806D"/>
                </a:solidFill>
              </a:defRPr>
            </a:lvl7pPr>
            <a:lvl8pPr>
              <a:buNone/>
              <a:defRPr sz="1050" b="1">
                <a:solidFill>
                  <a:srgbClr val="2B806D"/>
                </a:solidFill>
              </a:defRPr>
            </a:lvl8pPr>
            <a:lvl9pPr>
              <a:buNone/>
              <a:defRPr sz="1050" b="1">
                <a:solidFill>
                  <a:srgbClr val="2B806D"/>
                </a:solidFill>
              </a:defRPr>
            </a:lvl9pPr>
          </a:lstStyle>
          <a:p xmlns:a="http://schemas.openxmlformats.org/drawingml/2006/main">
            <a:pPr>
              <a:buNone/>
              <a:defRPr sz="1050" b="1">
                <a:solidFill>
                  <a:srgbClr val="2B806D"/>
                </a:solidFill>
              </a:defRPr>
            </a:pPr>
            <a:r>
              <a:rPr sz="1050" b="1">
                <a:solidFill>
                  <a:srgbClr val="2B806D"/>
                </a:solidFill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45B9AE-A4BB-4BB8-AC3C-FE3FF5BD3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00" b="1">
                <a:solidFill>
                  <a:srgbClr val="152A35"/>
                </a:solidFill>
              </a:defRPr>
            </a:defPPr>
            <a:lvl1pPr>
              <a:buNone/>
              <a:defRPr sz="2100" b="1">
                <a:solidFill>
                  <a:srgbClr val="152A35"/>
                </a:solidFill>
              </a:defRPr>
            </a:lvl1pPr>
            <a:lvl2pPr>
              <a:buNone/>
              <a:defRPr sz="2100" b="1">
                <a:solidFill>
                  <a:srgbClr val="152A35"/>
                </a:solidFill>
              </a:defRPr>
            </a:lvl2pPr>
            <a:lvl3pPr>
              <a:buNone/>
              <a:defRPr sz="2100" b="1">
                <a:solidFill>
                  <a:srgbClr val="152A35"/>
                </a:solidFill>
              </a:defRPr>
            </a:lvl3pPr>
            <a:lvl4pPr>
              <a:buNone/>
              <a:defRPr sz="2100" b="1">
                <a:solidFill>
                  <a:srgbClr val="152A35"/>
                </a:solidFill>
              </a:defRPr>
            </a:lvl4pPr>
            <a:lvl5pPr>
              <a:buNone/>
              <a:defRPr sz="2100" b="1">
                <a:solidFill>
                  <a:srgbClr val="152A35"/>
                </a:solidFill>
              </a:defRPr>
            </a:lvl5pPr>
            <a:lvl6pPr>
              <a:buNone/>
              <a:defRPr sz="2100" b="1">
                <a:solidFill>
                  <a:srgbClr val="152A35"/>
                </a:solidFill>
              </a:defRPr>
            </a:lvl6pPr>
            <a:lvl7pPr>
              <a:buNone/>
              <a:defRPr sz="2100" b="1">
                <a:solidFill>
                  <a:srgbClr val="152A35"/>
                </a:solidFill>
              </a:defRPr>
            </a:lvl7pPr>
            <a:lvl8pPr>
              <a:buNone/>
              <a:defRPr sz="2100" b="1">
                <a:solidFill>
                  <a:srgbClr val="152A35"/>
                </a:solidFill>
              </a:defRPr>
            </a:lvl8pPr>
            <a:lvl9pPr>
              <a:buNone/>
              <a:defRPr sz="2100" b="1">
                <a:solidFill>
                  <a:srgbClr val="152A35"/>
                </a:solidFill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152A35"/>
                </a:solidFill>
              </a:defRPr>
            </a:pPr>
            <a:r>
              <a:rPr sz="2100" b="1">
                <a:solidFill>
                  <a:srgbClr val="152A35"/>
                </a:solidFill>
              </a:rPr>
              <a:t>Course instructions depend on context, not only date patterns.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789895-4D63-4A84-9F9A-EB0776548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050" b="1">
                <a:solidFill>
                  <a:srgbClr val="65767B"/>
                </a:solidFill>
              </a:defRPr>
            </a:defPPr>
            <a:lvl1pPr>
              <a:buNone/>
              <a:defRPr sz="1050" b="1">
                <a:solidFill>
                  <a:srgbClr val="65767B"/>
                </a:solidFill>
              </a:defRPr>
            </a:lvl1pPr>
            <a:lvl2pPr>
              <a:buNone/>
              <a:defRPr sz="1050" b="1">
                <a:solidFill>
                  <a:srgbClr val="65767B"/>
                </a:solidFill>
              </a:defRPr>
            </a:lvl2pPr>
            <a:lvl3pPr>
              <a:buNone/>
              <a:defRPr sz="1050" b="1">
                <a:solidFill>
                  <a:srgbClr val="65767B"/>
                </a:solidFill>
              </a:defRPr>
            </a:lvl3pPr>
            <a:lvl4pPr>
              <a:buNone/>
              <a:defRPr sz="1050" b="1">
                <a:solidFill>
                  <a:srgbClr val="65767B"/>
                </a:solidFill>
              </a:defRPr>
            </a:lvl4pPr>
            <a:lvl5pPr>
              <a:buNone/>
              <a:defRPr sz="1050" b="1">
                <a:solidFill>
                  <a:srgbClr val="65767B"/>
                </a:solidFill>
              </a:defRPr>
            </a:lvl5pPr>
            <a:lvl6pPr>
              <a:buNone/>
              <a:defRPr sz="1050" b="1">
                <a:solidFill>
                  <a:srgbClr val="65767B"/>
                </a:solidFill>
              </a:defRPr>
            </a:lvl6pPr>
            <a:lvl7pPr>
              <a:buNone/>
              <a:defRPr sz="1050" b="1">
                <a:solidFill>
                  <a:srgbClr val="65767B"/>
                </a:solidFill>
              </a:defRPr>
            </a:lvl7pPr>
            <a:lvl8pPr>
              <a:buNone/>
              <a:defRPr sz="1050" b="1">
                <a:solidFill>
                  <a:srgbClr val="65767B"/>
                </a:solidFill>
              </a:defRPr>
            </a:lvl8pPr>
            <a:lvl9pPr>
              <a:buNone/>
              <a:defRPr sz="1050" b="1">
                <a:solidFill>
                  <a:srgbClr val="65767B"/>
                </a:solidFill>
              </a:defRPr>
            </a:lvl9pPr>
          </a:lstStyle>
          <a:p xmlns:a="http://schemas.openxmlformats.org/drawingml/2006/main">
            <a:pPr>
              <a:buNone/>
              <a:defRPr sz="1050" b="1">
                <a:solidFill>
                  <a:srgbClr val="65767B"/>
                </a:solidFill>
              </a:defRPr>
            </a:pPr>
            <a:r>
              <a:rPr sz="1050" b="1">
                <a:solidFill>
                  <a:srgbClr val="65767B"/>
                </a:solidFill>
              </a:rPr>
              <a:t>FIXED RULES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6ED1CD-36D0-4D8D-B049-E3DA080F1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0350"/>
            <a:ext cx="4762500" cy="181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650" b="0">
                <a:solidFill>
                  <a:srgbClr val="152A35"/>
                </a:solidFill>
              </a:defRPr>
            </a:defPPr>
            <a:lvl1pPr>
              <a:buNone/>
              <a:defRPr sz="1650" b="0">
                <a:solidFill>
                  <a:srgbClr val="152A35"/>
                </a:solidFill>
              </a:defRPr>
            </a:lvl1pPr>
            <a:lvl2pPr>
              <a:buNone/>
              <a:defRPr sz="1650" b="0">
                <a:solidFill>
                  <a:srgbClr val="152A35"/>
                </a:solidFill>
              </a:defRPr>
            </a:lvl2pPr>
            <a:lvl3pPr>
              <a:buNone/>
              <a:defRPr sz="1650" b="0">
                <a:solidFill>
                  <a:srgbClr val="152A35"/>
                </a:solidFill>
              </a:defRPr>
            </a:lvl3pPr>
            <a:lvl4pPr>
              <a:buNone/>
              <a:defRPr sz="1650" b="0">
                <a:solidFill>
                  <a:srgbClr val="152A35"/>
                </a:solidFill>
              </a:defRPr>
            </a:lvl4pPr>
            <a:lvl5pPr>
              <a:buNone/>
              <a:defRPr sz="1650" b="0">
                <a:solidFill>
                  <a:srgbClr val="152A35"/>
                </a:solidFill>
              </a:defRPr>
            </a:lvl5pPr>
            <a:lvl6pPr>
              <a:buNone/>
              <a:defRPr sz="1650" b="0">
                <a:solidFill>
                  <a:srgbClr val="152A35"/>
                </a:solidFill>
              </a:defRPr>
            </a:lvl6pPr>
            <a:lvl7pPr>
              <a:buNone/>
              <a:defRPr sz="1650" b="0">
                <a:solidFill>
                  <a:srgbClr val="152A35"/>
                </a:solidFill>
              </a:defRPr>
            </a:lvl7pPr>
            <a:lvl8pPr>
              <a:buNone/>
              <a:defRPr sz="1650" b="0">
                <a:solidFill>
                  <a:srgbClr val="152A35"/>
                </a:solidFill>
              </a:defRPr>
            </a:lvl8pPr>
            <a:lvl9pPr>
              <a:buNone/>
              <a:defRPr sz="1650" b="0">
                <a:solidFill>
                  <a:srgbClr val="152A35"/>
                </a:solidFill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152A35"/>
                </a:solidFill>
              </a:defRPr>
            </a:pPr>
            <a:r>
              <a:rPr sz="1650" b="0">
                <a:solidFill>
                  <a:srgbClr val="152A35"/>
                </a:solidFill>
              </a:rPr>
              <a:t>Matches familiar date formats but can miss conditions, exceptions, and the task a date belongs to.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AB40CB-8D16-42B9-A831-B64F68F88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765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050" b="1">
                <a:solidFill>
                  <a:srgbClr val="2B806D"/>
                </a:solidFill>
              </a:defRPr>
            </a:defPPr>
            <a:lvl1pPr>
              <a:buNone/>
              <a:defRPr sz="1050" b="1">
                <a:solidFill>
                  <a:srgbClr val="2B806D"/>
                </a:solidFill>
              </a:defRPr>
            </a:lvl1pPr>
            <a:lvl2pPr>
              <a:buNone/>
              <a:defRPr sz="1050" b="1">
                <a:solidFill>
                  <a:srgbClr val="2B806D"/>
                </a:solidFill>
              </a:defRPr>
            </a:lvl2pPr>
            <a:lvl3pPr>
              <a:buNone/>
              <a:defRPr sz="1050" b="1">
                <a:solidFill>
                  <a:srgbClr val="2B806D"/>
                </a:solidFill>
              </a:defRPr>
            </a:lvl3pPr>
            <a:lvl4pPr>
              <a:buNone/>
              <a:defRPr sz="1050" b="1">
                <a:solidFill>
                  <a:srgbClr val="2B806D"/>
                </a:solidFill>
              </a:defRPr>
            </a:lvl4pPr>
            <a:lvl5pPr>
              <a:buNone/>
              <a:defRPr sz="1050" b="1">
                <a:solidFill>
                  <a:srgbClr val="2B806D"/>
                </a:solidFill>
              </a:defRPr>
            </a:lvl5pPr>
            <a:lvl6pPr>
              <a:buNone/>
              <a:defRPr sz="1050" b="1">
                <a:solidFill>
                  <a:srgbClr val="2B806D"/>
                </a:solidFill>
              </a:defRPr>
            </a:lvl6pPr>
            <a:lvl7pPr>
              <a:buNone/>
              <a:defRPr sz="1050" b="1">
                <a:solidFill>
                  <a:srgbClr val="2B806D"/>
                </a:solidFill>
              </a:defRPr>
            </a:lvl7pPr>
            <a:lvl8pPr>
              <a:buNone/>
              <a:defRPr sz="1050" b="1">
                <a:solidFill>
                  <a:srgbClr val="2B806D"/>
                </a:solidFill>
              </a:defRPr>
            </a:lvl8pPr>
            <a:lvl9pPr>
              <a:buNone/>
              <a:defRPr sz="1050" b="1">
                <a:solidFill>
                  <a:srgbClr val="2B806D"/>
                </a:solidFill>
              </a:defRPr>
            </a:lvl9pPr>
          </a:lstStyle>
          <a:p xmlns:a="http://schemas.openxmlformats.org/drawingml/2006/main">
            <a:pPr>
              <a:buNone/>
              <a:defRPr sz="1050" b="1">
                <a:solidFill>
                  <a:srgbClr val="2B806D"/>
                </a:solidFill>
              </a:defRPr>
            </a:pPr>
            <a:r>
              <a:rPr sz="1050" b="1">
                <a:solidFill>
                  <a:srgbClr val="2B806D"/>
                </a:solidFill>
              </a:rPr>
              <a:t>LLM + STRUCTURED OUTPUT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918C27-ACA5-4ACA-A9C6-AB912083A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00350"/>
            <a:ext cx="4762500" cy="181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650" b="0">
                <a:solidFill>
                  <a:srgbClr val="152A35"/>
                </a:solidFill>
              </a:defRPr>
            </a:defPPr>
            <a:lvl1pPr>
              <a:buNone/>
              <a:defRPr sz="1650" b="0">
                <a:solidFill>
                  <a:srgbClr val="152A35"/>
                </a:solidFill>
              </a:defRPr>
            </a:lvl1pPr>
            <a:lvl2pPr>
              <a:buNone/>
              <a:defRPr sz="1650" b="0">
                <a:solidFill>
                  <a:srgbClr val="152A35"/>
                </a:solidFill>
              </a:defRPr>
            </a:lvl2pPr>
            <a:lvl3pPr>
              <a:buNone/>
              <a:defRPr sz="1650" b="0">
                <a:solidFill>
                  <a:srgbClr val="152A35"/>
                </a:solidFill>
              </a:defRPr>
            </a:lvl3pPr>
            <a:lvl4pPr>
              <a:buNone/>
              <a:defRPr sz="1650" b="0">
                <a:solidFill>
                  <a:srgbClr val="152A35"/>
                </a:solidFill>
              </a:defRPr>
            </a:lvl4pPr>
            <a:lvl5pPr>
              <a:buNone/>
              <a:defRPr sz="1650" b="0">
                <a:solidFill>
                  <a:srgbClr val="152A35"/>
                </a:solidFill>
              </a:defRPr>
            </a:lvl5pPr>
            <a:lvl6pPr>
              <a:buNone/>
              <a:defRPr sz="1650" b="0">
                <a:solidFill>
                  <a:srgbClr val="152A35"/>
                </a:solidFill>
              </a:defRPr>
            </a:lvl6pPr>
            <a:lvl7pPr>
              <a:buNone/>
              <a:defRPr sz="1650" b="0">
                <a:solidFill>
                  <a:srgbClr val="152A35"/>
                </a:solidFill>
              </a:defRPr>
            </a:lvl7pPr>
            <a:lvl8pPr>
              <a:buNone/>
              <a:defRPr sz="1650" b="0">
                <a:solidFill>
                  <a:srgbClr val="152A35"/>
                </a:solidFill>
              </a:defRPr>
            </a:lvl8pPr>
            <a:lvl9pPr>
              <a:buNone/>
              <a:defRPr sz="1650" b="0">
                <a:solidFill>
                  <a:srgbClr val="152A35"/>
                </a:solidFill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152A35"/>
                </a:solidFill>
              </a:defRPr>
            </a:pPr>
            <a:r>
              <a:rPr sz="1650" b="0">
                <a:solidFill>
                  <a:srgbClr val="152A35"/>
                </a:solidFill>
              </a:rPr>
              <a:t>Interprets the passage and returns candidate tasks in defined fields for validation.</a:t>
            </a:r>
          </a:p>
        </p:txBody>
      </p:sp>
      <p:sp>
        <p:nvSpPr>
          <p:cNvPr id="12" name="divider">
            <a:extLst xmlns:a="http://schemas.openxmlformats.org/drawingml/2006/main">
              <a:ext uri="{FF2B5EF4-FFF2-40B4-BE49-F238E27FC236}">
                <a16:creationId xmlns:a16="http://schemas.microsoft.com/office/drawing/2014/main" id="{68A37ADE-CDBC-43FC-A289-B1D10F9CA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91125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4AFF51-80D1-4C66-A2DA-095B5D020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7687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650" b="1">
                <a:solidFill>
                  <a:srgbClr val="152A35"/>
                </a:solidFill>
              </a:defRPr>
            </a:defPPr>
            <a:lvl1pPr>
              <a:buNone/>
              <a:defRPr sz="1650" b="1">
                <a:solidFill>
                  <a:srgbClr val="152A35"/>
                </a:solidFill>
              </a:defRPr>
            </a:lvl1pPr>
            <a:lvl2pPr>
              <a:buNone/>
              <a:defRPr sz="1650" b="1">
                <a:solidFill>
                  <a:srgbClr val="152A35"/>
                </a:solidFill>
              </a:defRPr>
            </a:lvl2pPr>
            <a:lvl3pPr>
              <a:buNone/>
              <a:defRPr sz="1650" b="1">
                <a:solidFill>
                  <a:srgbClr val="152A35"/>
                </a:solidFill>
              </a:defRPr>
            </a:lvl3pPr>
            <a:lvl4pPr>
              <a:buNone/>
              <a:defRPr sz="1650" b="1">
                <a:solidFill>
                  <a:srgbClr val="152A35"/>
                </a:solidFill>
              </a:defRPr>
            </a:lvl4pPr>
            <a:lvl5pPr>
              <a:buNone/>
              <a:defRPr sz="1650" b="1">
                <a:solidFill>
                  <a:srgbClr val="152A35"/>
                </a:solidFill>
              </a:defRPr>
            </a:lvl5pPr>
            <a:lvl6pPr>
              <a:buNone/>
              <a:defRPr sz="1650" b="1">
                <a:solidFill>
                  <a:srgbClr val="152A35"/>
                </a:solidFill>
              </a:defRPr>
            </a:lvl6pPr>
            <a:lvl7pPr>
              <a:buNone/>
              <a:defRPr sz="1650" b="1">
                <a:solidFill>
                  <a:srgbClr val="152A35"/>
                </a:solidFill>
              </a:defRPr>
            </a:lvl7pPr>
            <a:lvl8pPr>
              <a:buNone/>
              <a:defRPr sz="1650" b="1">
                <a:solidFill>
                  <a:srgbClr val="152A35"/>
                </a:solidFill>
              </a:defRPr>
            </a:lvl8pPr>
            <a:lvl9pPr>
              <a:buNone/>
              <a:defRPr sz="1650" b="1">
                <a:solidFill>
                  <a:srgbClr val="152A35"/>
                </a:solidFill>
              </a:defRPr>
            </a:lvl9pPr>
          </a:lstStyle>
          <a:p xmlns:a="http://schemas.openxmlformats.org/drawingml/2006/main">
            <a:pPr>
              <a:buNone/>
              <a:defRPr sz="1650" b="1">
                <a:solidFill>
                  <a:srgbClr val="152A35"/>
                </a:solidFill>
              </a:defRPr>
            </a:pPr>
            <a:r>
              <a:rPr sz="1650" b="1">
                <a:solidFill>
                  <a:srgbClr val="152A35"/>
                </a:solidFill>
              </a:rPr>
              <a:t>Every result keeps its page and quote; students confirm uncertain dates.</a:t>
            </a:r>
          </a:p>
        </p:txBody>
      </p:sp>
    </p:spTree>
    <p:extLst>
      <p:ext uri="{BB962C8B-B14F-4D97-AF65-F5344CB8AC3E}">
        <p14:creationId xmlns:p14="http://schemas.microsoft.com/office/powerpoint/2010/main" val="17609861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accent-rule">
            <a:extLst xmlns:a="http://schemas.openxmlformats.org/drawingml/2006/main">
              <a:ext uri="{FF2B5EF4-FFF2-40B4-BE49-F238E27FC236}">
                <a16:creationId xmlns:a16="http://schemas.microsoft.com/office/drawing/2014/main" id="{C8C96557-526C-443A-9EA9-2BF4541E0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0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B7EC14D-3949-4E86-B472-58A671538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550" b="1">
                <a:solidFill>
                  <a:srgbClr val="152A35"/>
                </a:solidFill>
              </a:defRPr>
            </a:defPPr>
            <a:lvl1pPr>
              <a:buNone/>
              <a:defRPr sz="2550" b="1">
                <a:solidFill>
                  <a:srgbClr val="152A35"/>
                </a:solidFill>
              </a:defRPr>
            </a:lvl1pPr>
            <a:lvl2pPr>
              <a:buNone/>
              <a:defRPr sz="2550" b="1">
                <a:solidFill>
                  <a:srgbClr val="152A35"/>
                </a:solidFill>
              </a:defRPr>
            </a:lvl2pPr>
            <a:lvl3pPr>
              <a:buNone/>
              <a:defRPr sz="2550" b="1">
                <a:solidFill>
                  <a:srgbClr val="152A35"/>
                </a:solidFill>
              </a:defRPr>
            </a:lvl3pPr>
            <a:lvl4pPr>
              <a:buNone/>
              <a:defRPr sz="2550" b="1">
                <a:solidFill>
                  <a:srgbClr val="152A35"/>
                </a:solidFill>
              </a:defRPr>
            </a:lvl4pPr>
            <a:lvl5pPr>
              <a:buNone/>
              <a:defRPr sz="2550" b="1">
                <a:solidFill>
                  <a:srgbClr val="152A35"/>
                </a:solidFill>
              </a:defRPr>
            </a:lvl5pPr>
            <a:lvl6pPr>
              <a:buNone/>
              <a:defRPr sz="2550" b="1">
                <a:solidFill>
                  <a:srgbClr val="152A35"/>
                </a:solidFill>
              </a:defRPr>
            </a:lvl6pPr>
            <a:lvl7pPr>
              <a:buNone/>
              <a:defRPr sz="2550" b="1">
                <a:solidFill>
                  <a:srgbClr val="152A35"/>
                </a:solidFill>
              </a:defRPr>
            </a:lvl7pPr>
            <a:lvl8pPr>
              <a:buNone/>
              <a:defRPr sz="2550" b="1">
                <a:solidFill>
                  <a:srgbClr val="152A35"/>
                </a:solidFill>
              </a:defRPr>
            </a:lvl8pPr>
            <a:lvl9pPr>
              <a:buNone/>
              <a:defRPr sz="2550" b="1">
                <a:solidFill>
                  <a:srgbClr val="152A35"/>
                </a:solidFill>
              </a:defRPr>
            </a:lvl9pPr>
          </a:lstStyle>
          <a:p xmlns:a="http://schemas.openxmlformats.org/drawingml/2006/main">
            <a:pPr>
              <a:buNone/>
              <a:defRPr sz="2550" b="1">
                <a:solidFill>
                  <a:srgbClr val="152A35"/>
                </a:solidFill>
              </a:defRPr>
            </a:pPr>
            <a:r>
              <a:rPr sz="2550" b="1">
                <a:solidFill>
                  <a:srgbClr val="152A35"/>
                </a:solidFill>
              </a:rPr>
              <a:t>From PDF to calendar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A10CE0AD-6ED8-4682-8969-D53CFFB7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D04657-3AE1-498A-89C4-EA65A4297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975" b="1">
                <a:solidFill>
                  <a:srgbClr val="65767B"/>
                </a:solidFill>
              </a:defRPr>
            </a:defPPr>
            <a:lvl1pPr>
              <a:buNone/>
              <a:defRPr sz="975" b="1">
                <a:solidFill>
                  <a:srgbClr val="65767B"/>
                </a:solidFill>
              </a:defRPr>
            </a:lvl1pPr>
            <a:lvl2pPr>
              <a:buNone/>
              <a:defRPr sz="975" b="1">
                <a:solidFill>
                  <a:srgbClr val="65767B"/>
                </a:solidFill>
              </a:defRPr>
            </a:lvl2pPr>
            <a:lvl3pPr>
              <a:buNone/>
              <a:defRPr sz="975" b="1">
                <a:solidFill>
                  <a:srgbClr val="65767B"/>
                </a:solidFill>
              </a:defRPr>
            </a:lvl3pPr>
            <a:lvl4pPr>
              <a:buNone/>
              <a:defRPr sz="975" b="1">
                <a:solidFill>
                  <a:srgbClr val="65767B"/>
                </a:solidFill>
              </a:defRPr>
            </a:lvl4pPr>
            <a:lvl5pPr>
              <a:buNone/>
              <a:defRPr sz="975" b="1">
                <a:solidFill>
                  <a:srgbClr val="65767B"/>
                </a:solidFill>
              </a:defRPr>
            </a:lvl5pPr>
            <a:lvl6pPr>
              <a:buNone/>
              <a:defRPr sz="975" b="1">
                <a:solidFill>
                  <a:srgbClr val="65767B"/>
                </a:solidFill>
              </a:defRPr>
            </a:lvl6pPr>
            <a:lvl7pPr>
              <a:buNone/>
              <a:defRPr sz="975" b="1">
                <a:solidFill>
                  <a:srgbClr val="65767B"/>
                </a:solidFill>
              </a:defRPr>
            </a:lvl7pPr>
            <a:lvl8pPr>
              <a:buNone/>
              <a:defRPr sz="975" b="1">
                <a:solidFill>
                  <a:srgbClr val="65767B"/>
                </a:solidFill>
              </a:defRPr>
            </a:lvl8pPr>
            <a:lvl9pPr>
              <a:buNone/>
              <a:defRPr sz="975" b="1">
                <a:solidFill>
                  <a:srgbClr val="65767B"/>
                </a:solidFill>
              </a:defRPr>
            </a:lvl9pPr>
          </a:lstStyle>
          <a:p xmlns:a="http://schemas.openxmlformats.org/drawingml/2006/main">
            <a:pPr>
              <a:buNone/>
              <a:defRPr sz="975" b="1">
                <a:solidFill>
                  <a:srgbClr val="65767B"/>
                </a:solidFill>
              </a:defRPr>
            </a:pPr>
            <a:r>
              <a:rPr sz="975" b="1">
                <a:solidFill>
                  <a:srgbClr val="65767B"/>
                </a:solidFill>
              </a:rPr>
              <a:t>STUDYHUB  /  PROJECT PROPOSAL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D20E87-81D9-493C-A1E2-A7D3B3B85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6419850"/>
            <a:ext cx="436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975" b="0">
                <a:solidFill>
                  <a:srgbClr val="65767B"/>
                </a:solidFill>
              </a:defRPr>
            </a:defPPr>
            <a:lvl1pPr>
              <a:buNone/>
              <a:defRPr sz="975" b="0">
                <a:solidFill>
                  <a:srgbClr val="65767B"/>
                </a:solidFill>
              </a:defRPr>
            </a:lvl1pPr>
            <a:lvl2pPr>
              <a:buNone/>
              <a:defRPr sz="975" b="0">
                <a:solidFill>
                  <a:srgbClr val="65767B"/>
                </a:solidFill>
              </a:defRPr>
            </a:lvl2pPr>
            <a:lvl3pPr>
              <a:buNone/>
              <a:defRPr sz="975" b="0">
                <a:solidFill>
                  <a:srgbClr val="65767B"/>
                </a:solidFill>
              </a:defRPr>
            </a:lvl3pPr>
            <a:lvl4pPr>
              <a:buNone/>
              <a:defRPr sz="975" b="0">
                <a:solidFill>
                  <a:srgbClr val="65767B"/>
                </a:solidFill>
              </a:defRPr>
            </a:lvl4pPr>
            <a:lvl5pPr>
              <a:buNone/>
              <a:defRPr sz="975" b="0">
                <a:solidFill>
                  <a:srgbClr val="65767B"/>
                </a:solidFill>
              </a:defRPr>
            </a:lvl5pPr>
            <a:lvl6pPr>
              <a:buNone/>
              <a:defRPr sz="975" b="0">
                <a:solidFill>
                  <a:srgbClr val="65767B"/>
                </a:solidFill>
              </a:defRPr>
            </a:lvl6pPr>
            <a:lvl7pPr>
              <a:buNone/>
              <a:defRPr sz="975" b="0">
                <a:solidFill>
                  <a:srgbClr val="65767B"/>
                </a:solidFill>
              </a:defRPr>
            </a:lvl7pPr>
            <a:lvl8pPr>
              <a:buNone/>
              <a:defRPr sz="975" b="0">
                <a:solidFill>
                  <a:srgbClr val="65767B"/>
                </a:solidFill>
              </a:defRPr>
            </a:lvl8pPr>
            <a:lvl9pPr>
              <a:buNone/>
              <a:defRPr sz="975" b="0">
                <a:solidFill>
                  <a:srgbClr val="65767B"/>
                </a:solidFill>
              </a:defRPr>
            </a:lvl9pPr>
          </a:lstStyle>
          <a:p xmlns:a="http://schemas.openxmlformats.org/drawingml/2006/main">
            <a:pPr>
              <a:buNone/>
              <a:defRPr sz="975" b="0">
                <a:solidFill>
                  <a:srgbClr val="65767B"/>
                </a:solidFill>
              </a:defRPr>
            </a:pPr>
            <a:r>
              <a:rPr sz="975" b="0">
                <a:solidFill>
                  <a:srgbClr val="65767B"/>
                </a:solidFill>
              </a:rPr>
              <a:t>Participant 2  ·  0:55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77EB61-6C13-4E20-A964-1AF132C2C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9052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050" b="1">
                <a:solidFill>
                  <a:srgbClr val="2B806D"/>
                </a:solidFill>
              </a:defRPr>
            </a:defPPr>
            <a:lvl1pPr>
              <a:buNone/>
              <a:defRPr sz="1050" b="1">
                <a:solidFill>
                  <a:srgbClr val="2B806D"/>
                </a:solidFill>
              </a:defRPr>
            </a:lvl1pPr>
            <a:lvl2pPr>
              <a:buNone/>
              <a:defRPr sz="1050" b="1">
                <a:solidFill>
                  <a:srgbClr val="2B806D"/>
                </a:solidFill>
              </a:defRPr>
            </a:lvl2pPr>
            <a:lvl3pPr>
              <a:buNone/>
              <a:defRPr sz="1050" b="1">
                <a:solidFill>
                  <a:srgbClr val="2B806D"/>
                </a:solidFill>
              </a:defRPr>
            </a:lvl3pPr>
            <a:lvl4pPr>
              <a:buNone/>
              <a:defRPr sz="1050" b="1">
                <a:solidFill>
                  <a:srgbClr val="2B806D"/>
                </a:solidFill>
              </a:defRPr>
            </a:lvl4pPr>
            <a:lvl5pPr>
              <a:buNone/>
              <a:defRPr sz="1050" b="1">
                <a:solidFill>
                  <a:srgbClr val="2B806D"/>
                </a:solidFill>
              </a:defRPr>
            </a:lvl5pPr>
            <a:lvl6pPr>
              <a:buNone/>
              <a:defRPr sz="1050" b="1">
                <a:solidFill>
                  <a:srgbClr val="2B806D"/>
                </a:solidFill>
              </a:defRPr>
            </a:lvl6pPr>
            <a:lvl7pPr>
              <a:buNone/>
              <a:defRPr sz="1050" b="1">
                <a:solidFill>
                  <a:srgbClr val="2B806D"/>
                </a:solidFill>
              </a:defRPr>
            </a:lvl7pPr>
            <a:lvl8pPr>
              <a:buNone/>
              <a:defRPr sz="1050" b="1">
                <a:solidFill>
                  <a:srgbClr val="2B806D"/>
                </a:solidFill>
              </a:defRPr>
            </a:lvl8pPr>
            <a:lvl9pPr>
              <a:buNone/>
              <a:defRPr sz="1050" b="1">
                <a:solidFill>
                  <a:srgbClr val="2B806D"/>
                </a:solidFill>
              </a:defRPr>
            </a:lvl9pPr>
          </a:lstStyle>
          <a:p xmlns:a="http://schemas.openxmlformats.org/drawingml/2006/main">
            <a:pPr>
              <a:buNone/>
              <a:defRPr sz="1050" b="1">
                <a:solidFill>
                  <a:srgbClr val="2B806D"/>
                </a:solidFill>
              </a:defRPr>
            </a:pPr>
            <a:r>
              <a:rPr sz="1050" b="1">
                <a:solidFill>
                  <a:srgbClr val="2B806D"/>
                </a:solidFill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F9EEB7-48EE-4F89-8C9B-58743717A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025" b="1">
                <a:solidFill>
                  <a:srgbClr val="2B806D"/>
                </a:solidFill>
              </a:defRPr>
            </a:defPPr>
            <a:lvl1pPr>
              <a:buNone/>
              <a:defRPr sz="2025" b="1">
                <a:solidFill>
                  <a:srgbClr val="2B806D"/>
                </a:solidFill>
              </a:defRPr>
            </a:lvl1pPr>
            <a:lvl2pPr>
              <a:buNone/>
              <a:defRPr sz="2025" b="1">
                <a:solidFill>
                  <a:srgbClr val="2B806D"/>
                </a:solidFill>
              </a:defRPr>
            </a:lvl2pPr>
            <a:lvl3pPr>
              <a:buNone/>
              <a:defRPr sz="2025" b="1">
                <a:solidFill>
                  <a:srgbClr val="2B806D"/>
                </a:solidFill>
              </a:defRPr>
            </a:lvl3pPr>
            <a:lvl4pPr>
              <a:buNone/>
              <a:defRPr sz="2025" b="1">
                <a:solidFill>
                  <a:srgbClr val="2B806D"/>
                </a:solidFill>
              </a:defRPr>
            </a:lvl4pPr>
            <a:lvl5pPr>
              <a:buNone/>
              <a:defRPr sz="2025" b="1">
                <a:solidFill>
                  <a:srgbClr val="2B806D"/>
                </a:solidFill>
              </a:defRPr>
            </a:lvl5pPr>
            <a:lvl6pPr>
              <a:buNone/>
              <a:defRPr sz="2025" b="1">
                <a:solidFill>
                  <a:srgbClr val="2B806D"/>
                </a:solidFill>
              </a:defRPr>
            </a:lvl6pPr>
            <a:lvl7pPr>
              <a:buNone/>
              <a:defRPr sz="2025" b="1">
                <a:solidFill>
                  <a:srgbClr val="2B806D"/>
                </a:solidFill>
              </a:defRPr>
            </a:lvl7pPr>
            <a:lvl8pPr>
              <a:buNone/>
              <a:defRPr sz="2025" b="1">
                <a:solidFill>
                  <a:srgbClr val="2B806D"/>
                </a:solidFill>
              </a:defRPr>
            </a:lvl8pPr>
            <a:lvl9pPr>
              <a:buNone/>
              <a:defRPr sz="2025" b="1">
                <a:solidFill>
                  <a:srgbClr val="2B806D"/>
                </a:solidFill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2B806D"/>
                </a:solidFill>
              </a:defRPr>
            </a:pPr>
            <a:r>
              <a:rPr sz="2025" b="1">
                <a:solidFill>
                  <a:srgbClr val="2B806D"/>
                </a:solidFill>
              </a:rPr>
              <a:t>01</a:t>
            </a:r>
          </a:p>
        </p:txBody>
      </p:sp>
      <p:sp>
        <p:nvSpPr>
          <p:cNvPr id="8" name="step-rule-0">
            <a:extLst xmlns:a="http://schemas.openxmlformats.org/drawingml/2006/main">
              <a:ext uri="{FF2B5EF4-FFF2-40B4-BE49-F238E27FC236}">
                <a16:creationId xmlns:a16="http://schemas.microsoft.com/office/drawing/2014/main" id="{A1136685-EA4E-456E-A788-8E02DB1AA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228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0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262070-58F9-430A-ACA9-1827F5487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228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650" b="1">
                <a:solidFill>
                  <a:srgbClr val="152A35"/>
                </a:solidFill>
              </a:defRPr>
            </a:defPPr>
            <a:lvl1pPr>
              <a:buNone/>
              <a:defRPr sz="1650" b="1">
                <a:solidFill>
                  <a:srgbClr val="152A35"/>
                </a:solidFill>
              </a:defRPr>
            </a:lvl1pPr>
            <a:lvl2pPr>
              <a:buNone/>
              <a:defRPr sz="1650" b="1">
                <a:solidFill>
                  <a:srgbClr val="152A35"/>
                </a:solidFill>
              </a:defRPr>
            </a:lvl2pPr>
            <a:lvl3pPr>
              <a:buNone/>
              <a:defRPr sz="1650" b="1">
                <a:solidFill>
                  <a:srgbClr val="152A35"/>
                </a:solidFill>
              </a:defRPr>
            </a:lvl3pPr>
            <a:lvl4pPr>
              <a:buNone/>
              <a:defRPr sz="1650" b="1">
                <a:solidFill>
                  <a:srgbClr val="152A35"/>
                </a:solidFill>
              </a:defRPr>
            </a:lvl4pPr>
            <a:lvl5pPr>
              <a:buNone/>
              <a:defRPr sz="1650" b="1">
                <a:solidFill>
                  <a:srgbClr val="152A35"/>
                </a:solidFill>
              </a:defRPr>
            </a:lvl5pPr>
            <a:lvl6pPr>
              <a:buNone/>
              <a:defRPr sz="1650" b="1">
                <a:solidFill>
                  <a:srgbClr val="152A35"/>
                </a:solidFill>
              </a:defRPr>
            </a:lvl6pPr>
            <a:lvl7pPr>
              <a:buNone/>
              <a:defRPr sz="1650" b="1">
                <a:solidFill>
                  <a:srgbClr val="152A35"/>
                </a:solidFill>
              </a:defRPr>
            </a:lvl7pPr>
            <a:lvl8pPr>
              <a:buNone/>
              <a:defRPr sz="1650" b="1">
                <a:solidFill>
                  <a:srgbClr val="152A35"/>
                </a:solidFill>
              </a:defRPr>
            </a:lvl8pPr>
            <a:lvl9pPr>
              <a:buNone/>
              <a:defRPr sz="1650" b="1">
                <a:solidFill>
                  <a:srgbClr val="152A35"/>
                </a:solidFill>
              </a:defRPr>
            </a:lvl9pPr>
          </a:lstStyle>
          <a:p xmlns:a="http://schemas.openxmlformats.org/drawingml/2006/main">
            <a:pPr>
              <a:buNone/>
              <a:defRPr sz="1650" b="1">
                <a:solidFill>
                  <a:srgbClr val="152A35"/>
                </a:solidFill>
              </a:defRPr>
            </a:pPr>
            <a:r>
              <a:rPr sz="1650" b="1">
                <a:solidFill>
                  <a:srgbClr val="152A35"/>
                </a:solidFill>
              </a:rPr>
              <a:t>Choose a subject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761E46-A9D3-49DA-BE7A-EA30EE107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33800"/>
            <a:ext cx="2286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425" b="0">
                <a:solidFill>
                  <a:srgbClr val="65767B"/>
                </a:solidFill>
              </a:defRPr>
            </a:defPPr>
            <a:lvl1pPr>
              <a:buNone/>
              <a:defRPr sz="1425" b="0">
                <a:solidFill>
                  <a:srgbClr val="65767B"/>
                </a:solidFill>
              </a:defRPr>
            </a:lvl1pPr>
            <a:lvl2pPr>
              <a:buNone/>
              <a:defRPr sz="1425" b="0">
                <a:solidFill>
                  <a:srgbClr val="65767B"/>
                </a:solidFill>
              </a:defRPr>
            </a:lvl2pPr>
            <a:lvl3pPr>
              <a:buNone/>
              <a:defRPr sz="1425" b="0">
                <a:solidFill>
                  <a:srgbClr val="65767B"/>
                </a:solidFill>
              </a:defRPr>
            </a:lvl3pPr>
            <a:lvl4pPr>
              <a:buNone/>
              <a:defRPr sz="1425" b="0">
                <a:solidFill>
                  <a:srgbClr val="65767B"/>
                </a:solidFill>
              </a:defRPr>
            </a:lvl4pPr>
            <a:lvl5pPr>
              <a:buNone/>
              <a:defRPr sz="1425" b="0">
                <a:solidFill>
                  <a:srgbClr val="65767B"/>
                </a:solidFill>
              </a:defRPr>
            </a:lvl5pPr>
            <a:lvl6pPr>
              <a:buNone/>
              <a:defRPr sz="1425" b="0">
                <a:solidFill>
                  <a:srgbClr val="65767B"/>
                </a:solidFill>
              </a:defRPr>
            </a:lvl6pPr>
            <a:lvl7pPr>
              <a:buNone/>
              <a:defRPr sz="1425" b="0">
                <a:solidFill>
                  <a:srgbClr val="65767B"/>
                </a:solidFill>
              </a:defRPr>
            </a:lvl7pPr>
            <a:lvl8pPr>
              <a:buNone/>
              <a:defRPr sz="1425" b="0">
                <a:solidFill>
                  <a:srgbClr val="65767B"/>
                </a:solidFill>
              </a:defRPr>
            </a:lvl8pPr>
            <a:lvl9pPr>
              <a:buNone/>
              <a:defRPr sz="1425" b="0">
                <a:solidFill>
                  <a:srgbClr val="65767B"/>
                </a:solidFill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65767B"/>
                </a:solidFill>
              </a:defRPr>
            </a:pPr>
            <a:r>
              <a:rPr sz="1425" b="0">
                <a:solidFill>
                  <a:srgbClr val="65767B"/>
                </a:solidFill>
              </a:rPr>
              <a:t>Keep documents</a:t>
            </a:r>
          </a:p>
          <a:p xmlns:a="http://schemas.openxmlformats.org/drawingml/2006/main">
            <a:pPr>
              <a:buNone/>
              <a:defRPr sz="1425" b="0">
                <a:solidFill>
                  <a:srgbClr val="65767B"/>
                </a:solidFill>
              </a:defRPr>
            </a:pPr>
            <a:r>
              <a:rPr sz="1425" b="0">
                <a:solidFill>
                  <a:srgbClr val="65767B"/>
                </a:solidFill>
              </a:rPr>
              <a:t>within each course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4B5BA9-E983-4930-BE92-EF8E88863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00025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025" b="1">
                <a:solidFill>
                  <a:srgbClr val="2B806D"/>
                </a:solidFill>
              </a:defRPr>
            </a:defPPr>
            <a:lvl1pPr>
              <a:buNone/>
              <a:defRPr sz="2025" b="1">
                <a:solidFill>
                  <a:srgbClr val="2B806D"/>
                </a:solidFill>
              </a:defRPr>
            </a:lvl1pPr>
            <a:lvl2pPr>
              <a:buNone/>
              <a:defRPr sz="2025" b="1">
                <a:solidFill>
                  <a:srgbClr val="2B806D"/>
                </a:solidFill>
              </a:defRPr>
            </a:lvl2pPr>
            <a:lvl3pPr>
              <a:buNone/>
              <a:defRPr sz="2025" b="1">
                <a:solidFill>
                  <a:srgbClr val="2B806D"/>
                </a:solidFill>
              </a:defRPr>
            </a:lvl3pPr>
            <a:lvl4pPr>
              <a:buNone/>
              <a:defRPr sz="2025" b="1">
                <a:solidFill>
                  <a:srgbClr val="2B806D"/>
                </a:solidFill>
              </a:defRPr>
            </a:lvl4pPr>
            <a:lvl5pPr>
              <a:buNone/>
              <a:defRPr sz="2025" b="1">
                <a:solidFill>
                  <a:srgbClr val="2B806D"/>
                </a:solidFill>
              </a:defRPr>
            </a:lvl5pPr>
            <a:lvl6pPr>
              <a:buNone/>
              <a:defRPr sz="2025" b="1">
                <a:solidFill>
                  <a:srgbClr val="2B806D"/>
                </a:solidFill>
              </a:defRPr>
            </a:lvl6pPr>
            <a:lvl7pPr>
              <a:buNone/>
              <a:defRPr sz="2025" b="1">
                <a:solidFill>
                  <a:srgbClr val="2B806D"/>
                </a:solidFill>
              </a:defRPr>
            </a:lvl7pPr>
            <a:lvl8pPr>
              <a:buNone/>
              <a:defRPr sz="2025" b="1">
                <a:solidFill>
                  <a:srgbClr val="2B806D"/>
                </a:solidFill>
              </a:defRPr>
            </a:lvl8pPr>
            <a:lvl9pPr>
              <a:buNone/>
              <a:defRPr sz="2025" b="1">
                <a:solidFill>
                  <a:srgbClr val="2B806D"/>
                </a:solidFill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2B806D"/>
                </a:solidFill>
              </a:defRPr>
            </a:pPr>
            <a:r>
              <a:rPr sz="2025" b="1">
                <a:solidFill>
                  <a:srgbClr val="2B806D"/>
                </a:solidFill>
              </a:rPr>
              <a:t>02</a:t>
            </a:r>
          </a:p>
        </p:txBody>
      </p:sp>
      <p:sp>
        <p:nvSpPr>
          <p:cNvPr id="12" name="step-rule-1">
            <a:extLst xmlns:a="http://schemas.openxmlformats.org/drawingml/2006/main">
              <a:ext uri="{FF2B5EF4-FFF2-40B4-BE49-F238E27FC236}">
                <a16:creationId xmlns:a16="http://schemas.microsoft.com/office/drawing/2014/main" id="{7A3854E6-F031-4F9C-9B57-1E208EAC2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571750"/>
            <a:ext cx="228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0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14C49A-97DF-4D78-ACC1-26C308B14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857500"/>
            <a:ext cx="228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650" b="1">
                <a:solidFill>
                  <a:srgbClr val="152A35"/>
                </a:solidFill>
              </a:defRPr>
            </a:defPPr>
            <a:lvl1pPr>
              <a:buNone/>
              <a:defRPr sz="1650" b="1">
                <a:solidFill>
                  <a:srgbClr val="152A35"/>
                </a:solidFill>
              </a:defRPr>
            </a:lvl1pPr>
            <a:lvl2pPr>
              <a:buNone/>
              <a:defRPr sz="1650" b="1">
                <a:solidFill>
                  <a:srgbClr val="152A35"/>
                </a:solidFill>
              </a:defRPr>
            </a:lvl2pPr>
            <a:lvl3pPr>
              <a:buNone/>
              <a:defRPr sz="1650" b="1">
                <a:solidFill>
                  <a:srgbClr val="152A35"/>
                </a:solidFill>
              </a:defRPr>
            </a:lvl3pPr>
            <a:lvl4pPr>
              <a:buNone/>
              <a:defRPr sz="1650" b="1">
                <a:solidFill>
                  <a:srgbClr val="152A35"/>
                </a:solidFill>
              </a:defRPr>
            </a:lvl4pPr>
            <a:lvl5pPr>
              <a:buNone/>
              <a:defRPr sz="1650" b="1">
                <a:solidFill>
                  <a:srgbClr val="152A35"/>
                </a:solidFill>
              </a:defRPr>
            </a:lvl5pPr>
            <a:lvl6pPr>
              <a:buNone/>
              <a:defRPr sz="1650" b="1">
                <a:solidFill>
                  <a:srgbClr val="152A35"/>
                </a:solidFill>
              </a:defRPr>
            </a:lvl6pPr>
            <a:lvl7pPr>
              <a:buNone/>
              <a:defRPr sz="1650" b="1">
                <a:solidFill>
                  <a:srgbClr val="152A35"/>
                </a:solidFill>
              </a:defRPr>
            </a:lvl7pPr>
            <a:lvl8pPr>
              <a:buNone/>
              <a:defRPr sz="1650" b="1">
                <a:solidFill>
                  <a:srgbClr val="152A35"/>
                </a:solidFill>
              </a:defRPr>
            </a:lvl8pPr>
            <a:lvl9pPr>
              <a:buNone/>
              <a:defRPr sz="1650" b="1">
                <a:solidFill>
                  <a:srgbClr val="152A35"/>
                </a:solidFill>
              </a:defRPr>
            </a:lvl9pPr>
          </a:lstStyle>
          <a:p xmlns:a="http://schemas.openxmlformats.org/drawingml/2006/main">
            <a:pPr>
              <a:buNone/>
              <a:defRPr sz="1650" b="1">
                <a:solidFill>
                  <a:srgbClr val="152A35"/>
                </a:solidFill>
              </a:defRPr>
            </a:pPr>
            <a:r>
              <a:rPr sz="1650" b="1">
                <a:solidFill>
                  <a:srgbClr val="152A35"/>
                </a:solidFill>
              </a:rPr>
              <a:t>Upload a PDF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998846-90C4-449A-B8BD-05E456BFB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733800"/>
            <a:ext cx="2286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425" b="0">
                <a:solidFill>
                  <a:srgbClr val="65767B"/>
                </a:solidFill>
              </a:defRPr>
            </a:defPPr>
            <a:lvl1pPr>
              <a:buNone/>
              <a:defRPr sz="1425" b="0">
                <a:solidFill>
                  <a:srgbClr val="65767B"/>
                </a:solidFill>
              </a:defRPr>
            </a:lvl1pPr>
            <a:lvl2pPr>
              <a:buNone/>
              <a:defRPr sz="1425" b="0">
                <a:solidFill>
                  <a:srgbClr val="65767B"/>
                </a:solidFill>
              </a:defRPr>
            </a:lvl2pPr>
            <a:lvl3pPr>
              <a:buNone/>
              <a:defRPr sz="1425" b="0">
                <a:solidFill>
                  <a:srgbClr val="65767B"/>
                </a:solidFill>
              </a:defRPr>
            </a:lvl3pPr>
            <a:lvl4pPr>
              <a:buNone/>
              <a:defRPr sz="1425" b="0">
                <a:solidFill>
                  <a:srgbClr val="65767B"/>
                </a:solidFill>
              </a:defRPr>
            </a:lvl4pPr>
            <a:lvl5pPr>
              <a:buNone/>
              <a:defRPr sz="1425" b="0">
                <a:solidFill>
                  <a:srgbClr val="65767B"/>
                </a:solidFill>
              </a:defRPr>
            </a:lvl5pPr>
            <a:lvl6pPr>
              <a:buNone/>
              <a:defRPr sz="1425" b="0">
                <a:solidFill>
                  <a:srgbClr val="65767B"/>
                </a:solidFill>
              </a:defRPr>
            </a:lvl6pPr>
            <a:lvl7pPr>
              <a:buNone/>
              <a:defRPr sz="1425" b="0">
                <a:solidFill>
                  <a:srgbClr val="65767B"/>
                </a:solidFill>
              </a:defRPr>
            </a:lvl7pPr>
            <a:lvl8pPr>
              <a:buNone/>
              <a:defRPr sz="1425" b="0">
                <a:solidFill>
                  <a:srgbClr val="65767B"/>
                </a:solidFill>
              </a:defRPr>
            </a:lvl8pPr>
            <a:lvl9pPr>
              <a:buNone/>
              <a:defRPr sz="1425" b="0">
                <a:solidFill>
                  <a:srgbClr val="65767B"/>
                </a:solidFill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65767B"/>
                </a:solidFill>
              </a:defRPr>
            </a:pPr>
            <a:r>
              <a:rPr sz="1425" b="0">
                <a:solidFill>
                  <a:srgbClr val="65767B"/>
                </a:solidFill>
              </a:rPr>
              <a:t>Read searchable</a:t>
            </a:r>
          </a:p>
          <a:p xmlns:a="http://schemas.openxmlformats.org/drawingml/2006/main">
            <a:pPr>
              <a:buNone/>
              <a:defRPr sz="1425" b="0">
                <a:solidFill>
                  <a:srgbClr val="65767B"/>
                </a:solidFill>
              </a:defRPr>
            </a:pPr>
            <a:r>
              <a:rPr sz="1425" b="0">
                <a:solidFill>
                  <a:srgbClr val="65767B"/>
                </a:solidFill>
              </a:rPr>
              <a:t>text page by page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9D9637-6872-4546-9D2E-3E102B9F9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025" b="1">
                <a:solidFill>
                  <a:srgbClr val="2B806D"/>
                </a:solidFill>
              </a:defRPr>
            </a:defPPr>
            <a:lvl1pPr>
              <a:buNone/>
              <a:defRPr sz="2025" b="1">
                <a:solidFill>
                  <a:srgbClr val="2B806D"/>
                </a:solidFill>
              </a:defRPr>
            </a:lvl1pPr>
            <a:lvl2pPr>
              <a:buNone/>
              <a:defRPr sz="2025" b="1">
                <a:solidFill>
                  <a:srgbClr val="2B806D"/>
                </a:solidFill>
              </a:defRPr>
            </a:lvl2pPr>
            <a:lvl3pPr>
              <a:buNone/>
              <a:defRPr sz="2025" b="1">
                <a:solidFill>
                  <a:srgbClr val="2B806D"/>
                </a:solidFill>
              </a:defRPr>
            </a:lvl3pPr>
            <a:lvl4pPr>
              <a:buNone/>
              <a:defRPr sz="2025" b="1">
                <a:solidFill>
                  <a:srgbClr val="2B806D"/>
                </a:solidFill>
              </a:defRPr>
            </a:lvl4pPr>
            <a:lvl5pPr>
              <a:buNone/>
              <a:defRPr sz="2025" b="1">
                <a:solidFill>
                  <a:srgbClr val="2B806D"/>
                </a:solidFill>
              </a:defRPr>
            </a:lvl5pPr>
            <a:lvl6pPr>
              <a:buNone/>
              <a:defRPr sz="2025" b="1">
                <a:solidFill>
                  <a:srgbClr val="2B806D"/>
                </a:solidFill>
              </a:defRPr>
            </a:lvl6pPr>
            <a:lvl7pPr>
              <a:buNone/>
              <a:defRPr sz="2025" b="1">
                <a:solidFill>
                  <a:srgbClr val="2B806D"/>
                </a:solidFill>
              </a:defRPr>
            </a:lvl7pPr>
            <a:lvl8pPr>
              <a:buNone/>
              <a:defRPr sz="2025" b="1">
                <a:solidFill>
                  <a:srgbClr val="2B806D"/>
                </a:solidFill>
              </a:defRPr>
            </a:lvl8pPr>
            <a:lvl9pPr>
              <a:buNone/>
              <a:defRPr sz="2025" b="1">
                <a:solidFill>
                  <a:srgbClr val="2B806D"/>
                </a:solidFill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2B806D"/>
                </a:solidFill>
              </a:defRPr>
            </a:pPr>
            <a:r>
              <a:rPr sz="2025" b="1">
                <a:solidFill>
                  <a:srgbClr val="2B806D"/>
                </a:solidFill>
              </a:rPr>
              <a:t>03</a:t>
            </a:r>
          </a:p>
        </p:txBody>
      </p:sp>
      <p:sp>
        <p:nvSpPr>
          <p:cNvPr id="16" name="step-rule-2">
            <a:extLst xmlns:a="http://schemas.openxmlformats.org/drawingml/2006/main">
              <a:ext uri="{FF2B5EF4-FFF2-40B4-BE49-F238E27FC236}">
                <a16:creationId xmlns:a16="http://schemas.microsoft.com/office/drawing/2014/main" id="{E0055295-E690-4A42-94AA-AD0CECC85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71750"/>
            <a:ext cx="228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0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A163FA-BDB4-4544-9891-F8A3BB672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57500"/>
            <a:ext cx="228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650" b="1">
                <a:solidFill>
                  <a:srgbClr val="152A35"/>
                </a:solidFill>
              </a:defRPr>
            </a:defPPr>
            <a:lvl1pPr>
              <a:buNone/>
              <a:defRPr sz="1650" b="1">
                <a:solidFill>
                  <a:srgbClr val="152A35"/>
                </a:solidFill>
              </a:defRPr>
            </a:lvl1pPr>
            <a:lvl2pPr>
              <a:buNone/>
              <a:defRPr sz="1650" b="1">
                <a:solidFill>
                  <a:srgbClr val="152A35"/>
                </a:solidFill>
              </a:defRPr>
            </a:lvl2pPr>
            <a:lvl3pPr>
              <a:buNone/>
              <a:defRPr sz="1650" b="1">
                <a:solidFill>
                  <a:srgbClr val="152A35"/>
                </a:solidFill>
              </a:defRPr>
            </a:lvl3pPr>
            <a:lvl4pPr>
              <a:buNone/>
              <a:defRPr sz="1650" b="1">
                <a:solidFill>
                  <a:srgbClr val="152A35"/>
                </a:solidFill>
              </a:defRPr>
            </a:lvl4pPr>
            <a:lvl5pPr>
              <a:buNone/>
              <a:defRPr sz="1650" b="1">
                <a:solidFill>
                  <a:srgbClr val="152A35"/>
                </a:solidFill>
              </a:defRPr>
            </a:lvl5pPr>
            <a:lvl6pPr>
              <a:buNone/>
              <a:defRPr sz="1650" b="1">
                <a:solidFill>
                  <a:srgbClr val="152A35"/>
                </a:solidFill>
              </a:defRPr>
            </a:lvl6pPr>
            <a:lvl7pPr>
              <a:buNone/>
              <a:defRPr sz="1650" b="1">
                <a:solidFill>
                  <a:srgbClr val="152A35"/>
                </a:solidFill>
              </a:defRPr>
            </a:lvl7pPr>
            <a:lvl8pPr>
              <a:buNone/>
              <a:defRPr sz="1650" b="1">
                <a:solidFill>
                  <a:srgbClr val="152A35"/>
                </a:solidFill>
              </a:defRPr>
            </a:lvl8pPr>
            <a:lvl9pPr>
              <a:buNone/>
              <a:defRPr sz="1650" b="1">
                <a:solidFill>
                  <a:srgbClr val="152A35"/>
                </a:solidFill>
              </a:defRPr>
            </a:lvl9pPr>
          </a:lstStyle>
          <a:p xmlns:a="http://schemas.openxmlformats.org/drawingml/2006/main">
            <a:pPr>
              <a:buNone/>
              <a:defRPr sz="1650" b="1">
                <a:solidFill>
                  <a:srgbClr val="152A35"/>
                </a:solidFill>
              </a:defRPr>
            </a:pPr>
            <a:r>
              <a:rPr sz="1650" b="1">
                <a:solidFill>
                  <a:srgbClr val="152A35"/>
                </a:solidFill>
              </a:rPr>
              <a:t>Review the result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F21945-4B63-4D7F-81B2-481600DB1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2286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425" b="0">
                <a:solidFill>
                  <a:srgbClr val="65767B"/>
                </a:solidFill>
              </a:defRPr>
            </a:defPPr>
            <a:lvl1pPr>
              <a:buNone/>
              <a:defRPr sz="1425" b="0">
                <a:solidFill>
                  <a:srgbClr val="65767B"/>
                </a:solidFill>
              </a:defRPr>
            </a:lvl1pPr>
            <a:lvl2pPr>
              <a:buNone/>
              <a:defRPr sz="1425" b="0">
                <a:solidFill>
                  <a:srgbClr val="65767B"/>
                </a:solidFill>
              </a:defRPr>
            </a:lvl2pPr>
            <a:lvl3pPr>
              <a:buNone/>
              <a:defRPr sz="1425" b="0">
                <a:solidFill>
                  <a:srgbClr val="65767B"/>
                </a:solidFill>
              </a:defRPr>
            </a:lvl3pPr>
            <a:lvl4pPr>
              <a:buNone/>
              <a:defRPr sz="1425" b="0">
                <a:solidFill>
                  <a:srgbClr val="65767B"/>
                </a:solidFill>
              </a:defRPr>
            </a:lvl4pPr>
            <a:lvl5pPr>
              <a:buNone/>
              <a:defRPr sz="1425" b="0">
                <a:solidFill>
                  <a:srgbClr val="65767B"/>
                </a:solidFill>
              </a:defRPr>
            </a:lvl5pPr>
            <a:lvl6pPr>
              <a:buNone/>
              <a:defRPr sz="1425" b="0">
                <a:solidFill>
                  <a:srgbClr val="65767B"/>
                </a:solidFill>
              </a:defRPr>
            </a:lvl6pPr>
            <a:lvl7pPr>
              <a:buNone/>
              <a:defRPr sz="1425" b="0">
                <a:solidFill>
                  <a:srgbClr val="65767B"/>
                </a:solidFill>
              </a:defRPr>
            </a:lvl7pPr>
            <a:lvl8pPr>
              <a:buNone/>
              <a:defRPr sz="1425" b="0">
                <a:solidFill>
                  <a:srgbClr val="65767B"/>
                </a:solidFill>
              </a:defRPr>
            </a:lvl8pPr>
            <a:lvl9pPr>
              <a:buNone/>
              <a:defRPr sz="1425" b="0">
                <a:solidFill>
                  <a:srgbClr val="65767B"/>
                </a:solidFill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65767B"/>
                </a:solidFill>
              </a:defRPr>
            </a:pPr>
            <a:r>
              <a:rPr sz="1425" b="0">
                <a:solidFill>
                  <a:srgbClr val="65767B"/>
                </a:solidFill>
              </a:rPr>
              <a:t>Summary, requirements,</a:t>
            </a:r>
          </a:p>
          <a:p xmlns:a="http://schemas.openxmlformats.org/drawingml/2006/main">
            <a:pPr>
              <a:buNone/>
              <a:defRPr sz="1425" b="0">
                <a:solidFill>
                  <a:srgbClr val="65767B"/>
                </a:solidFill>
              </a:defRPr>
            </a:pPr>
            <a:r>
              <a:rPr sz="1425" b="0">
                <a:solidFill>
                  <a:srgbClr val="65767B"/>
                </a:solidFill>
              </a:rPr>
              <a:t>and deadlines with sources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085FFC-B0F0-4B86-8B93-E66EF6A15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00025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025" b="1">
                <a:solidFill>
                  <a:srgbClr val="2B806D"/>
                </a:solidFill>
              </a:defRPr>
            </a:defPPr>
            <a:lvl1pPr>
              <a:buNone/>
              <a:defRPr sz="2025" b="1">
                <a:solidFill>
                  <a:srgbClr val="2B806D"/>
                </a:solidFill>
              </a:defRPr>
            </a:lvl1pPr>
            <a:lvl2pPr>
              <a:buNone/>
              <a:defRPr sz="2025" b="1">
                <a:solidFill>
                  <a:srgbClr val="2B806D"/>
                </a:solidFill>
              </a:defRPr>
            </a:lvl2pPr>
            <a:lvl3pPr>
              <a:buNone/>
              <a:defRPr sz="2025" b="1">
                <a:solidFill>
                  <a:srgbClr val="2B806D"/>
                </a:solidFill>
              </a:defRPr>
            </a:lvl3pPr>
            <a:lvl4pPr>
              <a:buNone/>
              <a:defRPr sz="2025" b="1">
                <a:solidFill>
                  <a:srgbClr val="2B806D"/>
                </a:solidFill>
              </a:defRPr>
            </a:lvl4pPr>
            <a:lvl5pPr>
              <a:buNone/>
              <a:defRPr sz="2025" b="1">
                <a:solidFill>
                  <a:srgbClr val="2B806D"/>
                </a:solidFill>
              </a:defRPr>
            </a:lvl5pPr>
            <a:lvl6pPr>
              <a:buNone/>
              <a:defRPr sz="2025" b="1">
                <a:solidFill>
                  <a:srgbClr val="2B806D"/>
                </a:solidFill>
              </a:defRPr>
            </a:lvl6pPr>
            <a:lvl7pPr>
              <a:buNone/>
              <a:defRPr sz="2025" b="1">
                <a:solidFill>
                  <a:srgbClr val="2B806D"/>
                </a:solidFill>
              </a:defRPr>
            </a:lvl7pPr>
            <a:lvl8pPr>
              <a:buNone/>
              <a:defRPr sz="2025" b="1">
                <a:solidFill>
                  <a:srgbClr val="2B806D"/>
                </a:solidFill>
              </a:defRPr>
            </a:lvl8pPr>
            <a:lvl9pPr>
              <a:buNone/>
              <a:defRPr sz="2025" b="1">
                <a:solidFill>
                  <a:srgbClr val="2B806D"/>
                </a:solidFill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2B806D"/>
                </a:solidFill>
              </a:defRPr>
            </a:pPr>
            <a:r>
              <a:rPr sz="2025" b="1">
                <a:solidFill>
                  <a:srgbClr val="2B806D"/>
                </a:solidFill>
              </a:rPr>
              <a:t>04</a:t>
            </a:r>
          </a:p>
        </p:txBody>
      </p:sp>
      <p:sp>
        <p:nvSpPr>
          <p:cNvPr id="20" name="step-rule-3">
            <a:extLst xmlns:a="http://schemas.openxmlformats.org/drawingml/2006/main">
              <a:ext uri="{FF2B5EF4-FFF2-40B4-BE49-F238E27FC236}">
                <a16:creationId xmlns:a16="http://schemas.microsoft.com/office/drawing/2014/main" id="{318099F0-F9F6-41F7-9186-646C95BE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571750"/>
            <a:ext cx="228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B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621176-F23A-4F6C-9AA1-24781EE26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857500"/>
            <a:ext cx="228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650" b="1">
                <a:solidFill>
                  <a:srgbClr val="152A35"/>
                </a:solidFill>
              </a:defRPr>
            </a:defPPr>
            <a:lvl1pPr>
              <a:buNone/>
              <a:defRPr sz="1650" b="1">
                <a:solidFill>
                  <a:srgbClr val="152A35"/>
                </a:solidFill>
              </a:defRPr>
            </a:lvl1pPr>
            <a:lvl2pPr>
              <a:buNone/>
              <a:defRPr sz="1650" b="1">
                <a:solidFill>
                  <a:srgbClr val="152A35"/>
                </a:solidFill>
              </a:defRPr>
            </a:lvl2pPr>
            <a:lvl3pPr>
              <a:buNone/>
              <a:defRPr sz="1650" b="1">
                <a:solidFill>
                  <a:srgbClr val="152A35"/>
                </a:solidFill>
              </a:defRPr>
            </a:lvl3pPr>
            <a:lvl4pPr>
              <a:buNone/>
              <a:defRPr sz="1650" b="1">
                <a:solidFill>
                  <a:srgbClr val="152A35"/>
                </a:solidFill>
              </a:defRPr>
            </a:lvl4pPr>
            <a:lvl5pPr>
              <a:buNone/>
              <a:defRPr sz="1650" b="1">
                <a:solidFill>
                  <a:srgbClr val="152A35"/>
                </a:solidFill>
              </a:defRPr>
            </a:lvl5pPr>
            <a:lvl6pPr>
              <a:buNone/>
              <a:defRPr sz="1650" b="1">
                <a:solidFill>
                  <a:srgbClr val="152A35"/>
                </a:solidFill>
              </a:defRPr>
            </a:lvl6pPr>
            <a:lvl7pPr>
              <a:buNone/>
              <a:defRPr sz="1650" b="1">
                <a:solidFill>
                  <a:srgbClr val="152A35"/>
                </a:solidFill>
              </a:defRPr>
            </a:lvl7pPr>
            <a:lvl8pPr>
              <a:buNone/>
              <a:defRPr sz="1650" b="1">
                <a:solidFill>
                  <a:srgbClr val="152A35"/>
                </a:solidFill>
              </a:defRPr>
            </a:lvl8pPr>
            <a:lvl9pPr>
              <a:buNone/>
              <a:defRPr sz="1650" b="1">
                <a:solidFill>
                  <a:srgbClr val="152A35"/>
                </a:solidFill>
              </a:defRPr>
            </a:lvl9pPr>
          </a:lstStyle>
          <a:p xmlns:a="http://schemas.openxmlformats.org/drawingml/2006/main">
            <a:pPr>
              <a:buNone/>
              <a:defRPr sz="1650" b="1">
                <a:solidFill>
                  <a:srgbClr val="152A35"/>
                </a:solidFill>
              </a:defRPr>
            </a:pPr>
            <a:r>
              <a:rPr sz="1650" b="1">
                <a:solidFill>
                  <a:srgbClr val="152A35"/>
                </a:solidFill>
              </a:rPr>
              <a:t>Confirm &amp; export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CFEB42-1941-4D51-8D07-2F34CFE5D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733800"/>
            <a:ext cx="2286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425" b="0">
                <a:solidFill>
                  <a:srgbClr val="65767B"/>
                </a:solidFill>
              </a:defRPr>
            </a:defPPr>
            <a:lvl1pPr>
              <a:buNone/>
              <a:defRPr sz="1425" b="0">
                <a:solidFill>
                  <a:srgbClr val="65767B"/>
                </a:solidFill>
              </a:defRPr>
            </a:lvl1pPr>
            <a:lvl2pPr>
              <a:buNone/>
              <a:defRPr sz="1425" b="0">
                <a:solidFill>
                  <a:srgbClr val="65767B"/>
                </a:solidFill>
              </a:defRPr>
            </a:lvl2pPr>
            <a:lvl3pPr>
              <a:buNone/>
              <a:defRPr sz="1425" b="0">
                <a:solidFill>
                  <a:srgbClr val="65767B"/>
                </a:solidFill>
              </a:defRPr>
            </a:lvl3pPr>
            <a:lvl4pPr>
              <a:buNone/>
              <a:defRPr sz="1425" b="0">
                <a:solidFill>
                  <a:srgbClr val="65767B"/>
                </a:solidFill>
              </a:defRPr>
            </a:lvl4pPr>
            <a:lvl5pPr>
              <a:buNone/>
              <a:defRPr sz="1425" b="0">
                <a:solidFill>
                  <a:srgbClr val="65767B"/>
                </a:solidFill>
              </a:defRPr>
            </a:lvl5pPr>
            <a:lvl6pPr>
              <a:buNone/>
              <a:defRPr sz="1425" b="0">
                <a:solidFill>
                  <a:srgbClr val="65767B"/>
                </a:solidFill>
              </a:defRPr>
            </a:lvl6pPr>
            <a:lvl7pPr>
              <a:buNone/>
              <a:defRPr sz="1425" b="0">
                <a:solidFill>
                  <a:srgbClr val="65767B"/>
                </a:solidFill>
              </a:defRPr>
            </a:lvl7pPr>
            <a:lvl8pPr>
              <a:buNone/>
              <a:defRPr sz="1425" b="0">
                <a:solidFill>
                  <a:srgbClr val="65767B"/>
                </a:solidFill>
              </a:defRPr>
            </a:lvl8pPr>
            <a:lvl9pPr>
              <a:buNone/>
              <a:defRPr sz="1425" b="0">
                <a:solidFill>
                  <a:srgbClr val="65767B"/>
                </a:solidFill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65767B"/>
                </a:solidFill>
              </a:defRPr>
            </a:pPr>
            <a:r>
              <a:rPr sz="1425" b="0">
                <a:solidFill>
                  <a:srgbClr val="65767B"/>
                </a:solidFill>
              </a:rPr>
              <a:t>Edit dates; export</a:t>
            </a:r>
          </a:p>
          <a:p xmlns:a="http://schemas.openxmlformats.org/drawingml/2006/main">
            <a:pPr>
              <a:buNone/>
              <a:defRPr sz="1425" b="0">
                <a:solidFill>
                  <a:srgbClr val="65767B"/>
                </a:solidFill>
              </a:defRPr>
            </a:pPr>
            <a:r>
              <a:rPr sz="1425" b="0">
                <a:solidFill>
                  <a:srgbClr val="65767B"/>
                </a:solidFill>
              </a:rPr>
              <a:t>confirmed items as .ics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F8920A-BA37-4E2D-BB31-DD379D972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10429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650" b="1">
                <a:solidFill>
                  <a:srgbClr val="152A35"/>
                </a:solidFill>
              </a:defRPr>
            </a:defPPr>
            <a:lvl1pPr>
              <a:buNone/>
              <a:defRPr sz="1650" b="1">
                <a:solidFill>
                  <a:srgbClr val="152A35"/>
                </a:solidFill>
              </a:defRPr>
            </a:lvl1pPr>
            <a:lvl2pPr>
              <a:buNone/>
              <a:defRPr sz="1650" b="1">
                <a:solidFill>
                  <a:srgbClr val="152A35"/>
                </a:solidFill>
              </a:defRPr>
            </a:lvl2pPr>
            <a:lvl3pPr>
              <a:buNone/>
              <a:defRPr sz="1650" b="1">
                <a:solidFill>
                  <a:srgbClr val="152A35"/>
                </a:solidFill>
              </a:defRPr>
            </a:lvl3pPr>
            <a:lvl4pPr>
              <a:buNone/>
              <a:defRPr sz="1650" b="1">
                <a:solidFill>
                  <a:srgbClr val="152A35"/>
                </a:solidFill>
              </a:defRPr>
            </a:lvl4pPr>
            <a:lvl5pPr>
              <a:buNone/>
              <a:defRPr sz="1650" b="1">
                <a:solidFill>
                  <a:srgbClr val="152A35"/>
                </a:solidFill>
              </a:defRPr>
            </a:lvl5pPr>
            <a:lvl6pPr>
              <a:buNone/>
              <a:defRPr sz="1650" b="1">
                <a:solidFill>
                  <a:srgbClr val="152A35"/>
                </a:solidFill>
              </a:defRPr>
            </a:lvl6pPr>
            <a:lvl7pPr>
              <a:buNone/>
              <a:defRPr sz="1650" b="1">
                <a:solidFill>
                  <a:srgbClr val="152A35"/>
                </a:solidFill>
              </a:defRPr>
            </a:lvl7pPr>
            <a:lvl8pPr>
              <a:buNone/>
              <a:defRPr sz="1650" b="1">
                <a:solidFill>
                  <a:srgbClr val="152A35"/>
                </a:solidFill>
              </a:defRPr>
            </a:lvl8pPr>
            <a:lvl9pPr>
              <a:buNone/>
              <a:defRPr sz="1650" b="1">
                <a:solidFill>
                  <a:srgbClr val="152A35"/>
                </a:solidFill>
              </a:defRPr>
            </a:lvl9pPr>
          </a:lstStyle>
          <a:p xmlns:a="http://schemas.openxmlformats.org/drawingml/2006/main">
            <a:pPr>
              <a:buNone/>
              <a:defRPr sz="1650" b="1">
                <a:solidFill>
                  <a:srgbClr val="152A35"/>
                </a:solidFill>
              </a:defRPr>
            </a:pPr>
            <a:r>
              <a:rPr sz="1650" b="1">
                <a:solidFill>
                  <a:srgbClr val="152A35"/>
                </a:solidFill>
              </a:rPr>
              <a:t>The student checks every uncertain date before it reaches the calendar.</a:t>
            </a:r>
          </a:p>
        </p:txBody>
      </p:sp>
    </p:spTree>
    <p:extLst>
      <p:ext uri="{BB962C8B-B14F-4D97-AF65-F5344CB8AC3E}">
        <p14:creationId xmlns:p14="http://schemas.microsoft.com/office/powerpoint/2010/main" val="12688270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accent-rule">
            <a:extLst xmlns:a="http://schemas.openxmlformats.org/drawingml/2006/main">
              <a:ext uri="{FF2B5EF4-FFF2-40B4-BE49-F238E27FC236}">
                <a16:creationId xmlns:a16="http://schemas.microsoft.com/office/drawing/2014/main" id="{C264543F-19DC-4F73-A1A7-F3FBD1E17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0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76393E7-AB85-4C05-BBB0-8AE706DAD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550" b="1">
                <a:solidFill>
                  <a:srgbClr val="152A35"/>
                </a:solidFill>
              </a:defRPr>
            </a:defPPr>
            <a:lvl1pPr>
              <a:buNone/>
              <a:defRPr sz="2550" b="1">
                <a:solidFill>
                  <a:srgbClr val="152A35"/>
                </a:solidFill>
              </a:defRPr>
            </a:lvl1pPr>
            <a:lvl2pPr>
              <a:buNone/>
              <a:defRPr sz="2550" b="1">
                <a:solidFill>
                  <a:srgbClr val="152A35"/>
                </a:solidFill>
              </a:defRPr>
            </a:lvl2pPr>
            <a:lvl3pPr>
              <a:buNone/>
              <a:defRPr sz="2550" b="1">
                <a:solidFill>
                  <a:srgbClr val="152A35"/>
                </a:solidFill>
              </a:defRPr>
            </a:lvl3pPr>
            <a:lvl4pPr>
              <a:buNone/>
              <a:defRPr sz="2550" b="1">
                <a:solidFill>
                  <a:srgbClr val="152A35"/>
                </a:solidFill>
              </a:defRPr>
            </a:lvl4pPr>
            <a:lvl5pPr>
              <a:buNone/>
              <a:defRPr sz="2550" b="1">
                <a:solidFill>
                  <a:srgbClr val="152A35"/>
                </a:solidFill>
              </a:defRPr>
            </a:lvl5pPr>
            <a:lvl6pPr>
              <a:buNone/>
              <a:defRPr sz="2550" b="1">
                <a:solidFill>
                  <a:srgbClr val="152A35"/>
                </a:solidFill>
              </a:defRPr>
            </a:lvl6pPr>
            <a:lvl7pPr>
              <a:buNone/>
              <a:defRPr sz="2550" b="1">
                <a:solidFill>
                  <a:srgbClr val="152A35"/>
                </a:solidFill>
              </a:defRPr>
            </a:lvl7pPr>
            <a:lvl8pPr>
              <a:buNone/>
              <a:defRPr sz="2550" b="1">
                <a:solidFill>
                  <a:srgbClr val="152A35"/>
                </a:solidFill>
              </a:defRPr>
            </a:lvl8pPr>
            <a:lvl9pPr>
              <a:buNone/>
              <a:defRPr sz="2550" b="1">
                <a:solidFill>
                  <a:srgbClr val="152A35"/>
                </a:solidFill>
              </a:defRPr>
            </a:lvl9pPr>
          </a:lstStyle>
          <a:p xmlns:a="http://schemas.openxmlformats.org/drawingml/2006/main">
            <a:pPr>
              <a:buNone/>
              <a:defRPr sz="2550" b="1">
                <a:solidFill>
                  <a:srgbClr val="152A35"/>
                </a:solidFill>
              </a:defRPr>
            </a:pPr>
            <a:r>
              <a:rPr sz="2550" b="1">
                <a:solidFill>
                  <a:srgbClr val="152A35"/>
                </a:solidFill>
              </a:rPr>
              <a:t>Agent architecture: tools, schema, evidence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F5148A68-1E0B-4A61-BDC3-72F98E82F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E3403D-2388-4F5D-9179-27B6AEBD5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975" b="1">
                <a:solidFill>
                  <a:srgbClr val="65767B"/>
                </a:solidFill>
              </a:defRPr>
            </a:defPPr>
            <a:lvl1pPr>
              <a:buNone/>
              <a:defRPr sz="975" b="1">
                <a:solidFill>
                  <a:srgbClr val="65767B"/>
                </a:solidFill>
              </a:defRPr>
            </a:lvl1pPr>
            <a:lvl2pPr>
              <a:buNone/>
              <a:defRPr sz="975" b="1">
                <a:solidFill>
                  <a:srgbClr val="65767B"/>
                </a:solidFill>
              </a:defRPr>
            </a:lvl2pPr>
            <a:lvl3pPr>
              <a:buNone/>
              <a:defRPr sz="975" b="1">
                <a:solidFill>
                  <a:srgbClr val="65767B"/>
                </a:solidFill>
              </a:defRPr>
            </a:lvl3pPr>
            <a:lvl4pPr>
              <a:buNone/>
              <a:defRPr sz="975" b="1">
                <a:solidFill>
                  <a:srgbClr val="65767B"/>
                </a:solidFill>
              </a:defRPr>
            </a:lvl4pPr>
            <a:lvl5pPr>
              <a:buNone/>
              <a:defRPr sz="975" b="1">
                <a:solidFill>
                  <a:srgbClr val="65767B"/>
                </a:solidFill>
              </a:defRPr>
            </a:lvl5pPr>
            <a:lvl6pPr>
              <a:buNone/>
              <a:defRPr sz="975" b="1">
                <a:solidFill>
                  <a:srgbClr val="65767B"/>
                </a:solidFill>
              </a:defRPr>
            </a:lvl6pPr>
            <a:lvl7pPr>
              <a:buNone/>
              <a:defRPr sz="975" b="1">
                <a:solidFill>
                  <a:srgbClr val="65767B"/>
                </a:solidFill>
              </a:defRPr>
            </a:lvl7pPr>
            <a:lvl8pPr>
              <a:buNone/>
              <a:defRPr sz="975" b="1">
                <a:solidFill>
                  <a:srgbClr val="65767B"/>
                </a:solidFill>
              </a:defRPr>
            </a:lvl8pPr>
            <a:lvl9pPr>
              <a:buNone/>
              <a:defRPr sz="975" b="1">
                <a:solidFill>
                  <a:srgbClr val="65767B"/>
                </a:solidFill>
              </a:defRPr>
            </a:lvl9pPr>
          </a:lstStyle>
          <a:p xmlns:a="http://schemas.openxmlformats.org/drawingml/2006/main">
            <a:pPr>
              <a:buNone/>
              <a:defRPr sz="975" b="1">
                <a:solidFill>
                  <a:srgbClr val="65767B"/>
                </a:solidFill>
              </a:defRPr>
            </a:pPr>
            <a:r>
              <a:rPr sz="975" b="1">
                <a:solidFill>
                  <a:srgbClr val="65767B"/>
                </a:solidFill>
              </a:rPr>
              <a:t>STUDYHUB  /  PROJECT PROPOSAL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2C45A0-9B79-40C2-BA9D-637FDB66B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6419850"/>
            <a:ext cx="436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975" b="0">
                <a:solidFill>
                  <a:srgbClr val="65767B"/>
                </a:solidFill>
              </a:defRPr>
            </a:defPPr>
            <a:lvl1pPr>
              <a:buNone/>
              <a:defRPr sz="975" b="0">
                <a:solidFill>
                  <a:srgbClr val="65767B"/>
                </a:solidFill>
              </a:defRPr>
            </a:lvl1pPr>
            <a:lvl2pPr>
              <a:buNone/>
              <a:defRPr sz="975" b="0">
                <a:solidFill>
                  <a:srgbClr val="65767B"/>
                </a:solidFill>
              </a:defRPr>
            </a:lvl2pPr>
            <a:lvl3pPr>
              <a:buNone/>
              <a:defRPr sz="975" b="0">
                <a:solidFill>
                  <a:srgbClr val="65767B"/>
                </a:solidFill>
              </a:defRPr>
            </a:lvl3pPr>
            <a:lvl4pPr>
              <a:buNone/>
              <a:defRPr sz="975" b="0">
                <a:solidFill>
                  <a:srgbClr val="65767B"/>
                </a:solidFill>
              </a:defRPr>
            </a:lvl4pPr>
            <a:lvl5pPr>
              <a:buNone/>
              <a:defRPr sz="975" b="0">
                <a:solidFill>
                  <a:srgbClr val="65767B"/>
                </a:solidFill>
              </a:defRPr>
            </a:lvl5pPr>
            <a:lvl6pPr>
              <a:buNone/>
              <a:defRPr sz="975" b="0">
                <a:solidFill>
                  <a:srgbClr val="65767B"/>
                </a:solidFill>
              </a:defRPr>
            </a:lvl6pPr>
            <a:lvl7pPr>
              <a:buNone/>
              <a:defRPr sz="975" b="0">
                <a:solidFill>
                  <a:srgbClr val="65767B"/>
                </a:solidFill>
              </a:defRPr>
            </a:lvl7pPr>
            <a:lvl8pPr>
              <a:buNone/>
              <a:defRPr sz="975" b="0">
                <a:solidFill>
                  <a:srgbClr val="65767B"/>
                </a:solidFill>
              </a:defRPr>
            </a:lvl8pPr>
            <a:lvl9pPr>
              <a:buNone/>
              <a:defRPr sz="975" b="0">
                <a:solidFill>
                  <a:srgbClr val="65767B"/>
                </a:solidFill>
              </a:defRPr>
            </a:lvl9pPr>
          </a:lstStyle>
          <a:p xmlns:a="http://schemas.openxmlformats.org/drawingml/2006/main">
            <a:pPr>
              <a:buNone/>
              <a:defRPr sz="975" b="0">
                <a:solidFill>
                  <a:srgbClr val="65767B"/>
                </a:solidFill>
              </a:defRPr>
            </a:pPr>
            <a:r>
              <a:rPr sz="975" b="0">
                <a:solidFill>
                  <a:srgbClr val="65767B"/>
                </a:solidFill>
              </a:rPr>
              <a:t>Participant 2  ·  1:30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099DA5-59F5-4A13-8C53-C2B801D99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9052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050" b="1">
                <a:solidFill>
                  <a:srgbClr val="2B806D"/>
                </a:solidFill>
              </a:defRPr>
            </a:defPPr>
            <a:lvl1pPr>
              <a:buNone/>
              <a:defRPr sz="1050" b="1">
                <a:solidFill>
                  <a:srgbClr val="2B806D"/>
                </a:solidFill>
              </a:defRPr>
            </a:lvl1pPr>
            <a:lvl2pPr>
              <a:buNone/>
              <a:defRPr sz="1050" b="1">
                <a:solidFill>
                  <a:srgbClr val="2B806D"/>
                </a:solidFill>
              </a:defRPr>
            </a:lvl2pPr>
            <a:lvl3pPr>
              <a:buNone/>
              <a:defRPr sz="1050" b="1">
                <a:solidFill>
                  <a:srgbClr val="2B806D"/>
                </a:solidFill>
              </a:defRPr>
            </a:lvl3pPr>
            <a:lvl4pPr>
              <a:buNone/>
              <a:defRPr sz="1050" b="1">
                <a:solidFill>
                  <a:srgbClr val="2B806D"/>
                </a:solidFill>
              </a:defRPr>
            </a:lvl4pPr>
            <a:lvl5pPr>
              <a:buNone/>
              <a:defRPr sz="1050" b="1">
                <a:solidFill>
                  <a:srgbClr val="2B806D"/>
                </a:solidFill>
              </a:defRPr>
            </a:lvl5pPr>
            <a:lvl6pPr>
              <a:buNone/>
              <a:defRPr sz="1050" b="1">
                <a:solidFill>
                  <a:srgbClr val="2B806D"/>
                </a:solidFill>
              </a:defRPr>
            </a:lvl6pPr>
            <a:lvl7pPr>
              <a:buNone/>
              <a:defRPr sz="1050" b="1">
                <a:solidFill>
                  <a:srgbClr val="2B806D"/>
                </a:solidFill>
              </a:defRPr>
            </a:lvl7pPr>
            <a:lvl8pPr>
              <a:buNone/>
              <a:defRPr sz="1050" b="1">
                <a:solidFill>
                  <a:srgbClr val="2B806D"/>
                </a:solidFill>
              </a:defRPr>
            </a:lvl8pPr>
            <a:lvl9pPr>
              <a:buNone/>
              <a:defRPr sz="1050" b="1">
                <a:solidFill>
                  <a:srgbClr val="2B806D"/>
                </a:solidFill>
              </a:defRPr>
            </a:lvl9pPr>
          </a:lstStyle>
          <a:p xmlns:a="http://schemas.openxmlformats.org/drawingml/2006/main">
            <a:pPr>
              <a:buNone/>
              <a:defRPr sz="1050" b="1">
                <a:solidFill>
                  <a:srgbClr val="2B806D"/>
                </a:solidFill>
              </a:defRPr>
            </a:pPr>
            <a:r>
              <a:rPr sz="1050" b="1">
                <a:solidFill>
                  <a:srgbClr val="2B806D"/>
                </a:solidFill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A4F496-CFA2-4DDE-9C97-7FFE82848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75" b="1">
                <a:solidFill>
                  <a:srgbClr val="2B806D"/>
                </a:solidFill>
              </a:defRPr>
            </a:defPPr>
            <a:lvl1pPr>
              <a:buNone/>
              <a:defRPr sz="1275" b="1">
                <a:solidFill>
                  <a:srgbClr val="2B806D"/>
                </a:solidFill>
              </a:defRPr>
            </a:lvl1pPr>
            <a:lvl2pPr>
              <a:buNone/>
              <a:defRPr sz="1275" b="1">
                <a:solidFill>
                  <a:srgbClr val="2B806D"/>
                </a:solidFill>
              </a:defRPr>
            </a:lvl2pPr>
            <a:lvl3pPr>
              <a:buNone/>
              <a:defRPr sz="1275" b="1">
                <a:solidFill>
                  <a:srgbClr val="2B806D"/>
                </a:solidFill>
              </a:defRPr>
            </a:lvl3pPr>
            <a:lvl4pPr>
              <a:buNone/>
              <a:defRPr sz="1275" b="1">
                <a:solidFill>
                  <a:srgbClr val="2B806D"/>
                </a:solidFill>
              </a:defRPr>
            </a:lvl4pPr>
            <a:lvl5pPr>
              <a:buNone/>
              <a:defRPr sz="1275" b="1">
                <a:solidFill>
                  <a:srgbClr val="2B806D"/>
                </a:solidFill>
              </a:defRPr>
            </a:lvl5pPr>
            <a:lvl6pPr>
              <a:buNone/>
              <a:defRPr sz="1275" b="1">
                <a:solidFill>
                  <a:srgbClr val="2B806D"/>
                </a:solidFill>
              </a:defRPr>
            </a:lvl6pPr>
            <a:lvl7pPr>
              <a:buNone/>
              <a:defRPr sz="1275" b="1">
                <a:solidFill>
                  <a:srgbClr val="2B806D"/>
                </a:solidFill>
              </a:defRPr>
            </a:lvl7pPr>
            <a:lvl8pPr>
              <a:buNone/>
              <a:defRPr sz="1275" b="1">
                <a:solidFill>
                  <a:srgbClr val="2B806D"/>
                </a:solidFill>
              </a:defRPr>
            </a:lvl8pPr>
            <a:lvl9pPr>
              <a:buNone/>
              <a:defRPr sz="1275" b="1">
                <a:solidFill>
                  <a:srgbClr val="2B806D"/>
                </a:solidFill>
              </a:defRPr>
            </a:lvl9pPr>
          </a:lstStyle>
          <a:p xmlns:a="http://schemas.openxmlformats.org/drawingml/2006/main">
            <a:pPr>
              <a:buNone/>
              <a:defRPr sz="1275" b="1">
                <a:solidFill>
                  <a:srgbClr val="2B806D"/>
                </a:solidFill>
              </a:defRPr>
            </a:pPr>
            <a:r>
              <a:rPr sz="1275" b="1">
                <a:solidFill>
                  <a:srgbClr val="2B806D"/>
                </a:solidFill>
              </a:rPr>
              <a:t>PDF</a:t>
            </a:r>
          </a:p>
        </p:txBody>
      </p:sp>
      <p:sp>
        <p:nvSpPr>
          <p:cNvPr id="8" name="flow-0">
            <a:extLst xmlns:a="http://schemas.openxmlformats.org/drawingml/2006/main">
              <a:ext uri="{FF2B5EF4-FFF2-40B4-BE49-F238E27FC236}">
                <a16:creationId xmlns:a16="http://schemas.microsoft.com/office/drawing/2014/main" id="{02F8E2A2-69A3-42A3-B7B4-00DFC2A38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2190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0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A6CE0D-5C1E-417D-9AE8-72480798F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76550"/>
            <a:ext cx="2190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00" b="1">
                <a:solidFill>
                  <a:srgbClr val="152A35"/>
                </a:solidFill>
              </a:defRPr>
            </a:defPPr>
            <a:lvl1pPr>
              <a:buNone/>
              <a:defRPr sz="1500" b="1">
                <a:solidFill>
                  <a:srgbClr val="152A35"/>
                </a:solidFill>
              </a:defRPr>
            </a:lvl1pPr>
            <a:lvl2pPr>
              <a:buNone/>
              <a:defRPr sz="1500" b="1">
                <a:solidFill>
                  <a:srgbClr val="152A35"/>
                </a:solidFill>
              </a:defRPr>
            </a:lvl2pPr>
            <a:lvl3pPr>
              <a:buNone/>
              <a:defRPr sz="1500" b="1">
                <a:solidFill>
                  <a:srgbClr val="152A35"/>
                </a:solidFill>
              </a:defRPr>
            </a:lvl3pPr>
            <a:lvl4pPr>
              <a:buNone/>
              <a:defRPr sz="1500" b="1">
                <a:solidFill>
                  <a:srgbClr val="152A35"/>
                </a:solidFill>
              </a:defRPr>
            </a:lvl4pPr>
            <a:lvl5pPr>
              <a:buNone/>
              <a:defRPr sz="1500" b="1">
                <a:solidFill>
                  <a:srgbClr val="152A35"/>
                </a:solidFill>
              </a:defRPr>
            </a:lvl5pPr>
            <a:lvl6pPr>
              <a:buNone/>
              <a:defRPr sz="1500" b="1">
                <a:solidFill>
                  <a:srgbClr val="152A35"/>
                </a:solidFill>
              </a:defRPr>
            </a:lvl6pPr>
            <a:lvl7pPr>
              <a:buNone/>
              <a:defRPr sz="1500" b="1">
                <a:solidFill>
                  <a:srgbClr val="152A35"/>
                </a:solidFill>
              </a:defRPr>
            </a:lvl7pPr>
            <a:lvl8pPr>
              <a:buNone/>
              <a:defRPr sz="1500" b="1">
                <a:solidFill>
                  <a:srgbClr val="152A35"/>
                </a:solidFill>
              </a:defRPr>
            </a:lvl8pPr>
            <a:lvl9pPr>
              <a:buNone/>
              <a:defRPr sz="1500" b="1">
                <a:solidFill>
                  <a:srgbClr val="152A35"/>
                </a:solidFill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152A35"/>
                </a:solidFill>
              </a:defRPr>
            </a:pPr>
            <a:r>
              <a:rPr sz="1500" b="1">
                <a:solidFill>
                  <a:srgbClr val="152A35"/>
                </a:solidFill>
              </a:rPr>
              <a:t>Extract text</a:t>
            </a:r>
          </a:p>
          <a:p xmlns:a="http://schemas.openxmlformats.org/drawingml/2006/main">
            <a:pPr>
              <a:buNone/>
              <a:defRPr sz="1500" b="1">
                <a:solidFill>
                  <a:srgbClr val="152A35"/>
                </a:solidFill>
              </a:defRPr>
            </a:pPr>
            <a:r>
              <a:rPr sz="1500" b="1">
                <a:solidFill>
                  <a:srgbClr val="152A35"/>
                </a:solidFill>
              </a:rPr>
              <a:t>page by page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84CF0E-6207-4D03-9B57-735FCD517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476500"/>
            <a:ext cx="266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550" b="1">
                <a:solidFill>
                  <a:srgbClr val="65767B"/>
                </a:solidFill>
              </a:defRPr>
            </a:defPPr>
            <a:lvl1pPr>
              <a:buNone/>
              <a:defRPr sz="2550" b="1">
                <a:solidFill>
                  <a:srgbClr val="65767B"/>
                </a:solidFill>
              </a:defRPr>
            </a:lvl1pPr>
            <a:lvl2pPr>
              <a:buNone/>
              <a:defRPr sz="2550" b="1">
                <a:solidFill>
                  <a:srgbClr val="65767B"/>
                </a:solidFill>
              </a:defRPr>
            </a:lvl2pPr>
            <a:lvl3pPr>
              <a:buNone/>
              <a:defRPr sz="2550" b="1">
                <a:solidFill>
                  <a:srgbClr val="65767B"/>
                </a:solidFill>
              </a:defRPr>
            </a:lvl3pPr>
            <a:lvl4pPr>
              <a:buNone/>
              <a:defRPr sz="2550" b="1">
                <a:solidFill>
                  <a:srgbClr val="65767B"/>
                </a:solidFill>
              </a:defRPr>
            </a:lvl4pPr>
            <a:lvl5pPr>
              <a:buNone/>
              <a:defRPr sz="2550" b="1">
                <a:solidFill>
                  <a:srgbClr val="65767B"/>
                </a:solidFill>
              </a:defRPr>
            </a:lvl5pPr>
            <a:lvl6pPr>
              <a:buNone/>
              <a:defRPr sz="2550" b="1">
                <a:solidFill>
                  <a:srgbClr val="65767B"/>
                </a:solidFill>
              </a:defRPr>
            </a:lvl6pPr>
            <a:lvl7pPr>
              <a:buNone/>
              <a:defRPr sz="2550" b="1">
                <a:solidFill>
                  <a:srgbClr val="65767B"/>
                </a:solidFill>
              </a:defRPr>
            </a:lvl7pPr>
            <a:lvl8pPr>
              <a:buNone/>
              <a:defRPr sz="2550" b="1">
                <a:solidFill>
                  <a:srgbClr val="65767B"/>
                </a:solidFill>
              </a:defRPr>
            </a:lvl8pPr>
            <a:lvl9pPr>
              <a:buNone/>
              <a:defRPr sz="2550" b="1">
                <a:solidFill>
                  <a:srgbClr val="65767B"/>
                </a:solidFill>
              </a:defRPr>
            </a:lvl9pPr>
          </a:lstStyle>
          <a:p xmlns:a="http://schemas.openxmlformats.org/drawingml/2006/main">
            <a:pPr>
              <a:buNone/>
              <a:defRPr sz="2550" b="1">
                <a:solidFill>
                  <a:srgbClr val="65767B"/>
                </a:solidFill>
              </a:defRPr>
            </a:pPr>
            <a:r>
              <a:rPr sz="2550" b="1">
                <a:solidFill>
                  <a:srgbClr val="65767B"/>
                </a:solidFill>
              </a:rPr>
              <a:t>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E5A1A1-B829-4277-900A-7709FFEF6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09550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75" b="1">
                <a:solidFill>
                  <a:srgbClr val="2B806D"/>
                </a:solidFill>
              </a:defRPr>
            </a:defPPr>
            <a:lvl1pPr>
              <a:buNone/>
              <a:defRPr sz="1275" b="1">
                <a:solidFill>
                  <a:srgbClr val="2B806D"/>
                </a:solidFill>
              </a:defRPr>
            </a:lvl1pPr>
            <a:lvl2pPr>
              <a:buNone/>
              <a:defRPr sz="1275" b="1">
                <a:solidFill>
                  <a:srgbClr val="2B806D"/>
                </a:solidFill>
              </a:defRPr>
            </a:lvl2pPr>
            <a:lvl3pPr>
              <a:buNone/>
              <a:defRPr sz="1275" b="1">
                <a:solidFill>
                  <a:srgbClr val="2B806D"/>
                </a:solidFill>
              </a:defRPr>
            </a:lvl3pPr>
            <a:lvl4pPr>
              <a:buNone/>
              <a:defRPr sz="1275" b="1">
                <a:solidFill>
                  <a:srgbClr val="2B806D"/>
                </a:solidFill>
              </a:defRPr>
            </a:lvl4pPr>
            <a:lvl5pPr>
              <a:buNone/>
              <a:defRPr sz="1275" b="1">
                <a:solidFill>
                  <a:srgbClr val="2B806D"/>
                </a:solidFill>
              </a:defRPr>
            </a:lvl5pPr>
            <a:lvl6pPr>
              <a:buNone/>
              <a:defRPr sz="1275" b="1">
                <a:solidFill>
                  <a:srgbClr val="2B806D"/>
                </a:solidFill>
              </a:defRPr>
            </a:lvl6pPr>
            <a:lvl7pPr>
              <a:buNone/>
              <a:defRPr sz="1275" b="1">
                <a:solidFill>
                  <a:srgbClr val="2B806D"/>
                </a:solidFill>
              </a:defRPr>
            </a:lvl7pPr>
            <a:lvl8pPr>
              <a:buNone/>
              <a:defRPr sz="1275" b="1">
                <a:solidFill>
                  <a:srgbClr val="2B806D"/>
                </a:solidFill>
              </a:defRPr>
            </a:lvl8pPr>
            <a:lvl9pPr>
              <a:buNone/>
              <a:defRPr sz="1275" b="1">
                <a:solidFill>
                  <a:srgbClr val="2B806D"/>
                </a:solidFill>
              </a:defRPr>
            </a:lvl9pPr>
          </a:lstStyle>
          <a:p xmlns:a="http://schemas.openxmlformats.org/drawingml/2006/main">
            <a:pPr>
              <a:buNone/>
              <a:defRPr sz="1275" b="1">
                <a:solidFill>
                  <a:srgbClr val="2B806D"/>
                </a:solidFill>
              </a:defRPr>
            </a:pPr>
            <a:r>
              <a:rPr sz="1275" b="1">
                <a:solidFill>
                  <a:srgbClr val="2B806D"/>
                </a:solidFill>
              </a:rPr>
              <a:t>LLM</a:t>
            </a:r>
          </a:p>
        </p:txBody>
      </p:sp>
      <p:sp>
        <p:nvSpPr>
          <p:cNvPr id="12" name="flow-1">
            <a:extLst xmlns:a="http://schemas.openxmlformats.org/drawingml/2006/main">
              <a:ext uri="{FF2B5EF4-FFF2-40B4-BE49-F238E27FC236}">
                <a16:creationId xmlns:a16="http://schemas.microsoft.com/office/drawing/2014/main" id="{E68F2882-311A-4EDD-A433-DEA6FACF3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571750"/>
            <a:ext cx="2190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0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6F04BC-F1C6-4861-A373-3762F2940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876550"/>
            <a:ext cx="2190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00" b="1">
                <a:solidFill>
                  <a:srgbClr val="152A35"/>
                </a:solidFill>
              </a:defRPr>
            </a:defPPr>
            <a:lvl1pPr>
              <a:buNone/>
              <a:defRPr sz="1500" b="1">
                <a:solidFill>
                  <a:srgbClr val="152A35"/>
                </a:solidFill>
              </a:defRPr>
            </a:lvl1pPr>
            <a:lvl2pPr>
              <a:buNone/>
              <a:defRPr sz="1500" b="1">
                <a:solidFill>
                  <a:srgbClr val="152A35"/>
                </a:solidFill>
              </a:defRPr>
            </a:lvl2pPr>
            <a:lvl3pPr>
              <a:buNone/>
              <a:defRPr sz="1500" b="1">
                <a:solidFill>
                  <a:srgbClr val="152A35"/>
                </a:solidFill>
              </a:defRPr>
            </a:lvl3pPr>
            <a:lvl4pPr>
              <a:buNone/>
              <a:defRPr sz="1500" b="1">
                <a:solidFill>
                  <a:srgbClr val="152A35"/>
                </a:solidFill>
              </a:defRPr>
            </a:lvl4pPr>
            <a:lvl5pPr>
              <a:buNone/>
              <a:defRPr sz="1500" b="1">
                <a:solidFill>
                  <a:srgbClr val="152A35"/>
                </a:solidFill>
              </a:defRPr>
            </a:lvl5pPr>
            <a:lvl6pPr>
              <a:buNone/>
              <a:defRPr sz="1500" b="1">
                <a:solidFill>
                  <a:srgbClr val="152A35"/>
                </a:solidFill>
              </a:defRPr>
            </a:lvl6pPr>
            <a:lvl7pPr>
              <a:buNone/>
              <a:defRPr sz="1500" b="1">
                <a:solidFill>
                  <a:srgbClr val="152A35"/>
                </a:solidFill>
              </a:defRPr>
            </a:lvl7pPr>
            <a:lvl8pPr>
              <a:buNone/>
              <a:defRPr sz="1500" b="1">
                <a:solidFill>
                  <a:srgbClr val="152A35"/>
                </a:solidFill>
              </a:defRPr>
            </a:lvl8pPr>
            <a:lvl9pPr>
              <a:buNone/>
              <a:defRPr sz="1500" b="1">
                <a:solidFill>
                  <a:srgbClr val="152A35"/>
                </a:solidFill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152A35"/>
                </a:solidFill>
              </a:defRPr>
            </a:pPr>
            <a:r>
              <a:rPr sz="1500" b="1">
                <a:solidFill>
                  <a:srgbClr val="152A35"/>
                </a:solidFill>
              </a:rPr>
              <a:t>Interpret context</a:t>
            </a:r>
          </a:p>
          <a:p xmlns:a="http://schemas.openxmlformats.org/drawingml/2006/main">
            <a:pPr>
              <a:buNone/>
              <a:defRPr sz="1500" b="1">
                <a:solidFill>
                  <a:srgbClr val="152A35"/>
                </a:solidFill>
              </a:defRPr>
            </a:pPr>
            <a:r>
              <a:rPr sz="1500" b="1">
                <a:solidFill>
                  <a:srgbClr val="152A35"/>
                </a:solidFill>
              </a:rPr>
              <a:t>and choose tools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DE62D3-E045-4D99-AA4A-07FE035C7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2476500"/>
            <a:ext cx="266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550" b="1">
                <a:solidFill>
                  <a:srgbClr val="65767B"/>
                </a:solidFill>
              </a:defRPr>
            </a:defPPr>
            <a:lvl1pPr>
              <a:buNone/>
              <a:defRPr sz="2550" b="1">
                <a:solidFill>
                  <a:srgbClr val="65767B"/>
                </a:solidFill>
              </a:defRPr>
            </a:lvl1pPr>
            <a:lvl2pPr>
              <a:buNone/>
              <a:defRPr sz="2550" b="1">
                <a:solidFill>
                  <a:srgbClr val="65767B"/>
                </a:solidFill>
              </a:defRPr>
            </a:lvl2pPr>
            <a:lvl3pPr>
              <a:buNone/>
              <a:defRPr sz="2550" b="1">
                <a:solidFill>
                  <a:srgbClr val="65767B"/>
                </a:solidFill>
              </a:defRPr>
            </a:lvl3pPr>
            <a:lvl4pPr>
              <a:buNone/>
              <a:defRPr sz="2550" b="1">
                <a:solidFill>
                  <a:srgbClr val="65767B"/>
                </a:solidFill>
              </a:defRPr>
            </a:lvl4pPr>
            <a:lvl5pPr>
              <a:buNone/>
              <a:defRPr sz="2550" b="1">
                <a:solidFill>
                  <a:srgbClr val="65767B"/>
                </a:solidFill>
              </a:defRPr>
            </a:lvl5pPr>
            <a:lvl6pPr>
              <a:buNone/>
              <a:defRPr sz="2550" b="1">
                <a:solidFill>
                  <a:srgbClr val="65767B"/>
                </a:solidFill>
              </a:defRPr>
            </a:lvl6pPr>
            <a:lvl7pPr>
              <a:buNone/>
              <a:defRPr sz="2550" b="1">
                <a:solidFill>
                  <a:srgbClr val="65767B"/>
                </a:solidFill>
              </a:defRPr>
            </a:lvl7pPr>
            <a:lvl8pPr>
              <a:buNone/>
              <a:defRPr sz="2550" b="1">
                <a:solidFill>
                  <a:srgbClr val="65767B"/>
                </a:solidFill>
              </a:defRPr>
            </a:lvl8pPr>
            <a:lvl9pPr>
              <a:buNone/>
              <a:defRPr sz="2550" b="1">
                <a:solidFill>
                  <a:srgbClr val="65767B"/>
                </a:solidFill>
              </a:defRPr>
            </a:lvl9pPr>
          </a:lstStyle>
          <a:p xmlns:a="http://schemas.openxmlformats.org/drawingml/2006/main">
            <a:pPr>
              <a:buNone/>
              <a:defRPr sz="2550" b="1">
                <a:solidFill>
                  <a:srgbClr val="65767B"/>
                </a:solidFill>
              </a:defRPr>
            </a:pPr>
            <a:r>
              <a:rPr sz="2550" b="1">
                <a:solidFill>
                  <a:srgbClr val="65767B"/>
                </a:solidFill>
              </a:rPr>
              <a:t>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ACA1B8-C599-421C-A860-B9C5A4155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9550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75" b="1">
                <a:solidFill>
                  <a:srgbClr val="2B806D"/>
                </a:solidFill>
              </a:defRPr>
            </a:defPPr>
            <a:lvl1pPr>
              <a:buNone/>
              <a:defRPr sz="1275" b="1">
                <a:solidFill>
                  <a:srgbClr val="2B806D"/>
                </a:solidFill>
              </a:defRPr>
            </a:lvl1pPr>
            <a:lvl2pPr>
              <a:buNone/>
              <a:defRPr sz="1275" b="1">
                <a:solidFill>
                  <a:srgbClr val="2B806D"/>
                </a:solidFill>
              </a:defRPr>
            </a:lvl2pPr>
            <a:lvl3pPr>
              <a:buNone/>
              <a:defRPr sz="1275" b="1">
                <a:solidFill>
                  <a:srgbClr val="2B806D"/>
                </a:solidFill>
              </a:defRPr>
            </a:lvl3pPr>
            <a:lvl4pPr>
              <a:buNone/>
              <a:defRPr sz="1275" b="1">
                <a:solidFill>
                  <a:srgbClr val="2B806D"/>
                </a:solidFill>
              </a:defRPr>
            </a:lvl4pPr>
            <a:lvl5pPr>
              <a:buNone/>
              <a:defRPr sz="1275" b="1">
                <a:solidFill>
                  <a:srgbClr val="2B806D"/>
                </a:solidFill>
              </a:defRPr>
            </a:lvl5pPr>
            <a:lvl6pPr>
              <a:buNone/>
              <a:defRPr sz="1275" b="1">
                <a:solidFill>
                  <a:srgbClr val="2B806D"/>
                </a:solidFill>
              </a:defRPr>
            </a:lvl6pPr>
            <a:lvl7pPr>
              <a:buNone/>
              <a:defRPr sz="1275" b="1">
                <a:solidFill>
                  <a:srgbClr val="2B806D"/>
                </a:solidFill>
              </a:defRPr>
            </a:lvl7pPr>
            <a:lvl8pPr>
              <a:buNone/>
              <a:defRPr sz="1275" b="1">
                <a:solidFill>
                  <a:srgbClr val="2B806D"/>
                </a:solidFill>
              </a:defRPr>
            </a:lvl8pPr>
            <a:lvl9pPr>
              <a:buNone/>
              <a:defRPr sz="1275" b="1">
                <a:solidFill>
                  <a:srgbClr val="2B806D"/>
                </a:solidFill>
              </a:defRPr>
            </a:lvl9pPr>
          </a:lstStyle>
          <a:p xmlns:a="http://schemas.openxmlformats.org/drawingml/2006/main">
            <a:pPr>
              <a:buNone/>
              <a:defRPr sz="1275" b="1">
                <a:solidFill>
                  <a:srgbClr val="2B806D"/>
                </a:solidFill>
              </a:defRPr>
            </a:pPr>
            <a:r>
              <a:rPr sz="1275" b="1">
                <a:solidFill>
                  <a:srgbClr val="2B806D"/>
                </a:solidFill>
              </a:rPr>
              <a:t>TOOLS</a:t>
            </a:r>
          </a:p>
        </p:txBody>
      </p:sp>
      <p:sp>
        <p:nvSpPr>
          <p:cNvPr id="16" name="flow-2">
            <a:extLst xmlns:a="http://schemas.openxmlformats.org/drawingml/2006/main">
              <a:ext uri="{FF2B5EF4-FFF2-40B4-BE49-F238E27FC236}">
                <a16:creationId xmlns:a16="http://schemas.microsoft.com/office/drawing/2014/main" id="{FD824D77-EC99-4FFC-8F0F-055BD0475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71750"/>
            <a:ext cx="2190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0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653A68-8C10-4859-9237-EFAF6134D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76550"/>
            <a:ext cx="2190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00" b="1">
                <a:solidFill>
                  <a:srgbClr val="152A35"/>
                </a:solidFill>
              </a:defRPr>
            </a:defPPr>
            <a:lvl1pPr>
              <a:buNone/>
              <a:defRPr sz="1500" b="1">
                <a:solidFill>
                  <a:srgbClr val="152A35"/>
                </a:solidFill>
              </a:defRPr>
            </a:lvl1pPr>
            <a:lvl2pPr>
              <a:buNone/>
              <a:defRPr sz="1500" b="1">
                <a:solidFill>
                  <a:srgbClr val="152A35"/>
                </a:solidFill>
              </a:defRPr>
            </a:lvl2pPr>
            <a:lvl3pPr>
              <a:buNone/>
              <a:defRPr sz="1500" b="1">
                <a:solidFill>
                  <a:srgbClr val="152A35"/>
                </a:solidFill>
              </a:defRPr>
            </a:lvl3pPr>
            <a:lvl4pPr>
              <a:buNone/>
              <a:defRPr sz="1500" b="1">
                <a:solidFill>
                  <a:srgbClr val="152A35"/>
                </a:solidFill>
              </a:defRPr>
            </a:lvl4pPr>
            <a:lvl5pPr>
              <a:buNone/>
              <a:defRPr sz="1500" b="1">
                <a:solidFill>
                  <a:srgbClr val="152A35"/>
                </a:solidFill>
              </a:defRPr>
            </a:lvl5pPr>
            <a:lvl6pPr>
              <a:buNone/>
              <a:defRPr sz="1500" b="1">
                <a:solidFill>
                  <a:srgbClr val="152A35"/>
                </a:solidFill>
              </a:defRPr>
            </a:lvl6pPr>
            <a:lvl7pPr>
              <a:buNone/>
              <a:defRPr sz="1500" b="1">
                <a:solidFill>
                  <a:srgbClr val="152A35"/>
                </a:solidFill>
              </a:defRPr>
            </a:lvl7pPr>
            <a:lvl8pPr>
              <a:buNone/>
              <a:defRPr sz="1500" b="1">
                <a:solidFill>
                  <a:srgbClr val="152A35"/>
                </a:solidFill>
              </a:defRPr>
            </a:lvl8pPr>
            <a:lvl9pPr>
              <a:buNone/>
              <a:defRPr sz="1500" b="1">
                <a:solidFill>
                  <a:srgbClr val="152A35"/>
                </a:solidFill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152A35"/>
                </a:solidFill>
              </a:defRPr>
            </a:pPr>
            <a:r>
              <a:rPr sz="1500" b="1">
                <a:solidFill>
                  <a:srgbClr val="152A35"/>
                </a:solidFill>
              </a:rPr>
              <a:t>Read pages; save</a:t>
            </a:r>
          </a:p>
          <a:p xmlns:a="http://schemas.openxmlformats.org/drawingml/2006/main">
            <a:pPr>
              <a:buNone/>
              <a:defRPr sz="1500" b="1">
                <a:solidFill>
                  <a:srgbClr val="152A35"/>
                </a:solidFill>
              </a:defRPr>
            </a:pPr>
            <a:r>
              <a:rPr sz="1500" b="1">
                <a:solidFill>
                  <a:srgbClr val="152A35"/>
                </a:solidFill>
              </a:rPr>
              <a:t>summaries and deadlines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3A48A3-A3C3-442E-8C91-0F36A36F5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476500"/>
            <a:ext cx="266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550" b="1">
                <a:solidFill>
                  <a:srgbClr val="65767B"/>
                </a:solidFill>
              </a:defRPr>
            </a:defPPr>
            <a:lvl1pPr>
              <a:buNone/>
              <a:defRPr sz="2550" b="1">
                <a:solidFill>
                  <a:srgbClr val="65767B"/>
                </a:solidFill>
              </a:defRPr>
            </a:lvl1pPr>
            <a:lvl2pPr>
              <a:buNone/>
              <a:defRPr sz="2550" b="1">
                <a:solidFill>
                  <a:srgbClr val="65767B"/>
                </a:solidFill>
              </a:defRPr>
            </a:lvl2pPr>
            <a:lvl3pPr>
              <a:buNone/>
              <a:defRPr sz="2550" b="1">
                <a:solidFill>
                  <a:srgbClr val="65767B"/>
                </a:solidFill>
              </a:defRPr>
            </a:lvl3pPr>
            <a:lvl4pPr>
              <a:buNone/>
              <a:defRPr sz="2550" b="1">
                <a:solidFill>
                  <a:srgbClr val="65767B"/>
                </a:solidFill>
              </a:defRPr>
            </a:lvl4pPr>
            <a:lvl5pPr>
              <a:buNone/>
              <a:defRPr sz="2550" b="1">
                <a:solidFill>
                  <a:srgbClr val="65767B"/>
                </a:solidFill>
              </a:defRPr>
            </a:lvl5pPr>
            <a:lvl6pPr>
              <a:buNone/>
              <a:defRPr sz="2550" b="1">
                <a:solidFill>
                  <a:srgbClr val="65767B"/>
                </a:solidFill>
              </a:defRPr>
            </a:lvl6pPr>
            <a:lvl7pPr>
              <a:buNone/>
              <a:defRPr sz="2550" b="1">
                <a:solidFill>
                  <a:srgbClr val="65767B"/>
                </a:solidFill>
              </a:defRPr>
            </a:lvl7pPr>
            <a:lvl8pPr>
              <a:buNone/>
              <a:defRPr sz="2550" b="1">
                <a:solidFill>
                  <a:srgbClr val="65767B"/>
                </a:solidFill>
              </a:defRPr>
            </a:lvl8pPr>
            <a:lvl9pPr>
              <a:buNone/>
              <a:defRPr sz="2550" b="1">
                <a:solidFill>
                  <a:srgbClr val="65767B"/>
                </a:solidFill>
              </a:defRPr>
            </a:lvl9pPr>
          </a:lstStyle>
          <a:p xmlns:a="http://schemas.openxmlformats.org/drawingml/2006/main">
            <a:pPr>
              <a:buNone/>
              <a:defRPr sz="2550" b="1">
                <a:solidFill>
                  <a:srgbClr val="65767B"/>
                </a:solidFill>
              </a:defRPr>
            </a:pPr>
            <a:r>
              <a:rPr sz="2550" b="1">
                <a:solidFill>
                  <a:srgbClr val="65767B"/>
                </a:solidFill>
              </a:rPr>
              <a:t>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356572-F5E8-402A-AF1E-B1422F3BC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09550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75" b="1">
                <a:solidFill>
                  <a:srgbClr val="2B806D"/>
                </a:solidFill>
              </a:defRPr>
            </a:defPPr>
            <a:lvl1pPr>
              <a:buNone/>
              <a:defRPr sz="1275" b="1">
                <a:solidFill>
                  <a:srgbClr val="2B806D"/>
                </a:solidFill>
              </a:defRPr>
            </a:lvl1pPr>
            <a:lvl2pPr>
              <a:buNone/>
              <a:defRPr sz="1275" b="1">
                <a:solidFill>
                  <a:srgbClr val="2B806D"/>
                </a:solidFill>
              </a:defRPr>
            </a:lvl2pPr>
            <a:lvl3pPr>
              <a:buNone/>
              <a:defRPr sz="1275" b="1">
                <a:solidFill>
                  <a:srgbClr val="2B806D"/>
                </a:solidFill>
              </a:defRPr>
            </a:lvl3pPr>
            <a:lvl4pPr>
              <a:buNone/>
              <a:defRPr sz="1275" b="1">
                <a:solidFill>
                  <a:srgbClr val="2B806D"/>
                </a:solidFill>
              </a:defRPr>
            </a:lvl4pPr>
            <a:lvl5pPr>
              <a:buNone/>
              <a:defRPr sz="1275" b="1">
                <a:solidFill>
                  <a:srgbClr val="2B806D"/>
                </a:solidFill>
              </a:defRPr>
            </a:lvl5pPr>
            <a:lvl6pPr>
              <a:buNone/>
              <a:defRPr sz="1275" b="1">
                <a:solidFill>
                  <a:srgbClr val="2B806D"/>
                </a:solidFill>
              </a:defRPr>
            </a:lvl6pPr>
            <a:lvl7pPr>
              <a:buNone/>
              <a:defRPr sz="1275" b="1">
                <a:solidFill>
                  <a:srgbClr val="2B806D"/>
                </a:solidFill>
              </a:defRPr>
            </a:lvl7pPr>
            <a:lvl8pPr>
              <a:buNone/>
              <a:defRPr sz="1275" b="1">
                <a:solidFill>
                  <a:srgbClr val="2B806D"/>
                </a:solidFill>
              </a:defRPr>
            </a:lvl8pPr>
            <a:lvl9pPr>
              <a:buNone/>
              <a:defRPr sz="1275" b="1">
                <a:solidFill>
                  <a:srgbClr val="2B806D"/>
                </a:solidFill>
              </a:defRPr>
            </a:lvl9pPr>
          </a:lstStyle>
          <a:p xmlns:a="http://schemas.openxmlformats.org/drawingml/2006/main">
            <a:pPr>
              <a:buNone/>
              <a:defRPr sz="1275" b="1">
                <a:solidFill>
                  <a:srgbClr val="2B806D"/>
                </a:solidFill>
              </a:defRPr>
            </a:pPr>
            <a:r>
              <a:rPr sz="1275" b="1">
                <a:solidFill>
                  <a:srgbClr val="2B806D"/>
                </a:solidFill>
              </a:rPr>
              <a:t>APP</a:t>
            </a:r>
          </a:p>
        </p:txBody>
      </p:sp>
      <p:sp>
        <p:nvSpPr>
          <p:cNvPr id="20" name="flow-3">
            <a:extLst xmlns:a="http://schemas.openxmlformats.org/drawingml/2006/main">
              <a:ext uri="{FF2B5EF4-FFF2-40B4-BE49-F238E27FC236}">
                <a16:creationId xmlns:a16="http://schemas.microsoft.com/office/drawing/2014/main" id="{0A295EF6-D993-4DD7-985E-33C085BF7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571750"/>
            <a:ext cx="2190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B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A954C8-B747-4DE5-86C5-25ED66B6D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876550"/>
            <a:ext cx="2190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00" b="1">
                <a:solidFill>
                  <a:srgbClr val="152A35"/>
                </a:solidFill>
              </a:defRPr>
            </a:defPPr>
            <a:lvl1pPr>
              <a:buNone/>
              <a:defRPr sz="1500" b="1">
                <a:solidFill>
                  <a:srgbClr val="152A35"/>
                </a:solidFill>
              </a:defRPr>
            </a:lvl1pPr>
            <a:lvl2pPr>
              <a:buNone/>
              <a:defRPr sz="1500" b="1">
                <a:solidFill>
                  <a:srgbClr val="152A35"/>
                </a:solidFill>
              </a:defRPr>
            </a:lvl2pPr>
            <a:lvl3pPr>
              <a:buNone/>
              <a:defRPr sz="1500" b="1">
                <a:solidFill>
                  <a:srgbClr val="152A35"/>
                </a:solidFill>
              </a:defRPr>
            </a:lvl3pPr>
            <a:lvl4pPr>
              <a:buNone/>
              <a:defRPr sz="1500" b="1">
                <a:solidFill>
                  <a:srgbClr val="152A35"/>
                </a:solidFill>
              </a:defRPr>
            </a:lvl4pPr>
            <a:lvl5pPr>
              <a:buNone/>
              <a:defRPr sz="1500" b="1">
                <a:solidFill>
                  <a:srgbClr val="152A35"/>
                </a:solidFill>
              </a:defRPr>
            </a:lvl5pPr>
            <a:lvl6pPr>
              <a:buNone/>
              <a:defRPr sz="1500" b="1">
                <a:solidFill>
                  <a:srgbClr val="152A35"/>
                </a:solidFill>
              </a:defRPr>
            </a:lvl6pPr>
            <a:lvl7pPr>
              <a:buNone/>
              <a:defRPr sz="1500" b="1">
                <a:solidFill>
                  <a:srgbClr val="152A35"/>
                </a:solidFill>
              </a:defRPr>
            </a:lvl7pPr>
            <a:lvl8pPr>
              <a:buNone/>
              <a:defRPr sz="1500" b="1">
                <a:solidFill>
                  <a:srgbClr val="152A35"/>
                </a:solidFill>
              </a:defRPr>
            </a:lvl8pPr>
            <a:lvl9pPr>
              <a:buNone/>
              <a:defRPr sz="1500" b="1">
                <a:solidFill>
                  <a:srgbClr val="152A35"/>
                </a:solidFill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152A35"/>
                </a:solidFill>
              </a:defRPr>
            </a:pPr>
            <a:r>
              <a:rPr sz="1500" b="1">
                <a:solidFill>
                  <a:srgbClr val="152A35"/>
                </a:solidFill>
              </a:rPr>
              <a:t>Validate schema;</a:t>
            </a:r>
          </a:p>
          <a:p xmlns:a="http://schemas.openxmlformats.org/drawingml/2006/main">
            <a:pPr>
              <a:buNone/>
              <a:defRPr sz="1500" b="1">
                <a:solidFill>
                  <a:srgbClr val="152A35"/>
                </a:solidFill>
              </a:defRPr>
            </a:pPr>
            <a:r>
              <a:rPr sz="1500" b="1">
                <a:solidFill>
                  <a:srgbClr val="152A35"/>
                </a:solidFill>
              </a:rPr>
              <a:t>store for review</a:t>
            </a:r>
          </a:p>
        </p:txBody>
      </p:sp>
      <p:sp>
        <p:nvSpPr>
          <p:cNvPr id="22" name="divider">
            <a:extLst xmlns:a="http://schemas.openxmlformats.org/drawingml/2006/main">
              <a:ext uri="{FF2B5EF4-FFF2-40B4-BE49-F238E27FC236}">
                <a16:creationId xmlns:a16="http://schemas.microsoft.com/office/drawing/2014/main" id="{09E9F3E8-77AF-4A64-A28A-1241B491B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36FD10-8495-400F-91A3-30A8ECC77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96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125" b="1">
                <a:solidFill>
                  <a:srgbClr val="D98B45"/>
                </a:solidFill>
              </a:defRPr>
            </a:defPPr>
            <a:lvl1pPr>
              <a:buNone/>
              <a:defRPr sz="1125" b="1">
                <a:solidFill>
                  <a:srgbClr val="D98B45"/>
                </a:solidFill>
              </a:defRPr>
            </a:lvl1pPr>
            <a:lvl2pPr>
              <a:buNone/>
              <a:defRPr sz="1125" b="1">
                <a:solidFill>
                  <a:srgbClr val="D98B45"/>
                </a:solidFill>
              </a:defRPr>
            </a:lvl2pPr>
            <a:lvl3pPr>
              <a:buNone/>
              <a:defRPr sz="1125" b="1">
                <a:solidFill>
                  <a:srgbClr val="D98B45"/>
                </a:solidFill>
              </a:defRPr>
            </a:lvl3pPr>
            <a:lvl4pPr>
              <a:buNone/>
              <a:defRPr sz="1125" b="1">
                <a:solidFill>
                  <a:srgbClr val="D98B45"/>
                </a:solidFill>
              </a:defRPr>
            </a:lvl4pPr>
            <a:lvl5pPr>
              <a:buNone/>
              <a:defRPr sz="1125" b="1">
                <a:solidFill>
                  <a:srgbClr val="D98B45"/>
                </a:solidFill>
              </a:defRPr>
            </a:lvl5pPr>
            <a:lvl6pPr>
              <a:buNone/>
              <a:defRPr sz="1125" b="1">
                <a:solidFill>
                  <a:srgbClr val="D98B45"/>
                </a:solidFill>
              </a:defRPr>
            </a:lvl6pPr>
            <a:lvl7pPr>
              <a:buNone/>
              <a:defRPr sz="1125" b="1">
                <a:solidFill>
                  <a:srgbClr val="D98B45"/>
                </a:solidFill>
              </a:defRPr>
            </a:lvl7pPr>
            <a:lvl8pPr>
              <a:buNone/>
              <a:defRPr sz="1125" b="1">
                <a:solidFill>
                  <a:srgbClr val="D98B45"/>
                </a:solidFill>
              </a:defRPr>
            </a:lvl8pPr>
            <a:lvl9pPr>
              <a:buNone/>
              <a:defRPr sz="1125" b="1">
                <a:solidFill>
                  <a:srgbClr val="D98B45"/>
                </a:solidFill>
              </a:defRPr>
            </a:lvl9pPr>
          </a:lstStyle>
          <a:p xmlns:a="http://schemas.openxmlformats.org/drawingml/2006/main">
            <a:pPr>
              <a:buNone/>
              <a:defRPr sz="1125" b="1">
                <a:solidFill>
                  <a:srgbClr val="D98B45"/>
                </a:solidFill>
              </a:defRPr>
            </a:pPr>
            <a:r>
              <a:rPr sz="1125" b="1">
                <a:solidFill>
                  <a:srgbClr val="D98B45"/>
                </a:solidFill>
              </a:rPr>
              <a:t>OUTPUT FIELDS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581CE6-3A3F-4B3D-A1A1-C0692D8EC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9675"/>
            <a:ext cx="10429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75" b="1">
                <a:solidFill>
                  <a:srgbClr val="152A35"/>
                </a:solidFill>
              </a:defRPr>
            </a:defPPr>
            <a:lvl1pPr>
              <a:buNone/>
              <a:defRPr sz="1575" b="1">
                <a:solidFill>
                  <a:srgbClr val="152A35"/>
                </a:solidFill>
              </a:defRPr>
            </a:lvl1pPr>
            <a:lvl2pPr>
              <a:buNone/>
              <a:defRPr sz="1575" b="1">
                <a:solidFill>
                  <a:srgbClr val="152A35"/>
                </a:solidFill>
              </a:defRPr>
            </a:lvl2pPr>
            <a:lvl3pPr>
              <a:buNone/>
              <a:defRPr sz="1575" b="1">
                <a:solidFill>
                  <a:srgbClr val="152A35"/>
                </a:solidFill>
              </a:defRPr>
            </a:lvl3pPr>
            <a:lvl4pPr>
              <a:buNone/>
              <a:defRPr sz="1575" b="1">
                <a:solidFill>
                  <a:srgbClr val="152A35"/>
                </a:solidFill>
              </a:defRPr>
            </a:lvl4pPr>
            <a:lvl5pPr>
              <a:buNone/>
              <a:defRPr sz="1575" b="1">
                <a:solidFill>
                  <a:srgbClr val="152A35"/>
                </a:solidFill>
              </a:defRPr>
            </a:lvl5pPr>
            <a:lvl6pPr>
              <a:buNone/>
              <a:defRPr sz="1575" b="1">
                <a:solidFill>
                  <a:srgbClr val="152A35"/>
                </a:solidFill>
              </a:defRPr>
            </a:lvl6pPr>
            <a:lvl7pPr>
              <a:buNone/>
              <a:defRPr sz="1575" b="1">
                <a:solidFill>
                  <a:srgbClr val="152A35"/>
                </a:solidFill>
              </a:defRPr>
            </a:lvl7pPr>
            <a:lvl8pPr>
              <a:buNone/>
              <a:defRPr sz="1575" b="1">
                <a:solidFill>
                  <a:srgbClr val="152A35"/>
                </a:solidFill>
              </a:defRPr>
            </a:lvl8pPr>
            <a:lvl9pPr>
              <a:buNone/>
              <a:defRPr sz="1575" b="1">
                <a:solidFill>
                  <a:srgbClr val="152A35"/>
                </a:solidFill>
              </a:defRPr>
            </a:lvl9pPr>
          </a:lstStyle>
          <a:p xmlns:a="http://schemas.openxmlformats.org/drawingml/2006/main">
            <a:pPr>
              <a:buNone/>
              <a:defRPr sz="1575" b="1">
                <a:solidFill>
                  <a:srgbClr val="152A35"/>
                </a:solidFill>
              </a:defRPr>
            </a:pPr>
            <a:r>
              <a:rPr sz="1575" b="1">
                <a:solidFill>
                  <a:srgbClr val="152A35"/>
                </a:solidFill>
              </a:rPr>
              <a:t>Summary  ·  title  ·  date or null  ·  requirements  ·  source page  ·  quote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C0417E-5DF4-473E-AE52-D4DB16DF4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67375"/>
            <a:ext cx="10429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75" b="0">
                <a:solidFill>
                  <a:srgbClr val="65767B"/>
                </a:solidFill>
              </a:defRPr>
            </a:defPPr>
            <a:lvl1pPr>
              <a:buNone/>
              <a:defRPr sz="1275" b="0">
                <a:solidFill>
                  <a:srgbClr val="65767B"/>
                </a:solidFill>
              </a:defRPr>
            </a:lvl1pPr>
            <a:lvl2pPr>
              <a:buNone/>
              <a:defRPr sz="1275" b="0">
                <a:solidFill>
                  <a:srgbClr val="65767B"/>
                </a:solidFill>
              </a:defRPr>
            </a:lvl2pPr>
            <a:lvl3pPr>
              <a:buNone/>
              <a:defRPr sz="1275" b="0">
                <a:solidFill>
                  <a:srgbClr val="65767B"/>
                </a:solidFill>
              </a:defRPr>
            </a:lvl3pPr>
            <a:lvl4pPr>
              <a:buNone/>
              <a:defRPr sz="1275" b="0">
                <a:solidFill>
                  <a:srgbClr val="65767B"/>
                </a:solidFill>
              </a:defRPr>
            </a:lvl4pPr>
            <a:lvl5pPr>
              <a:buNone/>
              <a:defRPr sz="1275" b="0">
                <a:solidFill>
                  <a:srgbClr val="65767B"/>
                </a:solidFill>
              </a:defRPr>
            </a:lvl5pPr>
            <a:lvl6pPr>
              <a:buNone/>
              <a:defRPr sz="1275" b="0">
                <a:solidFill>
                  <a:srgbClr val="65767B"/>
                </a:solidFill>
              </a:defRPr>
            </a:lvl6pPr>
            <a:lvl7pPr>
              <a:buNone/>
              <a:defRPr sz="1275" b="0">
                <a:solidFill>
                  <a:srgbClr val="65767B"/>
                </a:solidFill>
              </a:defRPr>
            </a:lvl7pPr>
            <a:lvl8pPr>
              <a:buNone/>
              <a:defRPr sz="1275" b="0">
                <a:solidFill>
                  <a:srgbClr val="65767B"/>
                </a:solidFill>
              </a:defRPr>
            </a:lvl8pPr>
            <a:lvl9pPr>
              <a:buNone/>
              <a:defRPr sz="1275" b="0">
                <a:solidFill>
                  <a:srgbClr val="65767B"/>
                </a:solidFill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65767B"/>
                </a:solidFill>
              </a:defRPr>
            </a:pPr>
            <a:r>
              <a:rPr sz="1275" b="0">
                <a:solidFill>
                  <a:srgbClr val="65767B"/>
                </a:solidFill>
              </a:rPr>
              <a:t>No vector database in the MVP: retrieval comes with course-wide Q&amp;A.</a:t>
            </a:r>
          </a:p>
        </p:txBody>
      </p:sp>
    </p:spTree>
    <p:extLst>
      <p:ext uri="{BB962C8B-B14F-4D97-AF65-F5344CB8AC3E}">
        <p14:creationId xmlns:p14="http://schemas.microsoft.com/office/powerpoint/2010/main" val="2660322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ccent-rule">
            <a:extLst xmlns:a="http://schemas.openxmlformats.org/drawingml/2006/main">
              <a:ext uri="{FF2B5EF4-FFF2-40B4-BE49-F238E27FC236}">
                <a16:creationId xmlns:a16="http://schemas.microsoft.com/office/drawing/2014/main" id="{1132757D-8BD2-45F1-B40B-C72E8DD6C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0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E137731-9631-4867-A702-644345FCA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550" b="1">
                <a:solidFill>
                  <a:srgbClr val="152A35"/>
                </a:solidFill>
              </a:defRPr>
            </a:defPPr>
            <a:lvl1pPr>
              <a:buNone/>
              <a:defRPr sz="2550" b="1">
                <a:solidFill>
                  <a:srgbClr val="152A35"/>
                </a:solidFill>
              </a:defRPr>
            </a:lvl1pPr>
            <a:lvl2pPr>
              <a:buNone/>
              <a:defRPr sz="2550" b="1">
                <a:solidFill>
                  <a:srgbClr val="152A35"/>
                </a:solidFill>
              </a:defRPr>
            </a:lvl2pPr>
            <a:lvl3pPr>
              <a:buNone/>
              <a:defRPr sz="2550" b="1">
                <a:solidFill>
                  <a:srgbClr val="152A35"/>
                </a:solidFill>
              </a:defRPr>
            </a:lvl3pPr>
            <a:lvl4pPr>
              <a:buNone/>
              <a:defRPr sz="2550" b="1">
                <a:solidFill>
                  <a:srgbClr val="152A35"/>
                </a:solidFill>
              </a:defRPr>
            </a:lvl4pPr>
            <a:lvl5pPr>
              <a:buNone/>
              <a:defRPr sz="2550" b="1">
                <a:solidFill>
                  <a:srgbClr val="152A35"/>
                </a:solidFill>
              </a:defRPr>
            </a:lvl5pPr>
            <a:lvl6pPr>
              <a:buNone/>
              <a:defRPr sz="2550" b="1">
                <a:solidFill>
                  <a:srgbClr val="152A35"/>
                </a:solidFill>
              </a:defRPr>
            </a:lvl6pPr>
            <a:lvl7pPr>
              <a:buNone/>
              <a:defRPr sz="2550" b="1">
                <a:solidFill>
                  <a:srgbClr val="152A35"/>
                </a:solidFill>
              </a:defRPr>
            </a:lvl7pPr>
            <a:lvl8pPr>
              <a:buNone/>
              <a:defRPr sz="2550" b="1">
                <a:solidFill>
                  <a:srgbClr val="152A35"/>
                </a:solidFill>
              </a:defRPr>
            </a:lvl8pPr>
            <a:lvl9pPr>
              <a:buNone/>
              <a:defRPr sz="2550" b="1">
                <a:solidFill>
                  <a:srgbClr val="152A35"/>
                </a:solidFill>
              </a:defRPr>
            </a:lvl9pPr>
          </a:lstStyle>
          <a:p xmlns:a="http://schemas.openxmlformats.org/drawingml/2006/main">
            <a:pPr>
              <a:buNone/>
              <a:defRPr sz="2550" b="1">
                <a:solidFill>
                  <a:srgbClr val="152A35"/>
                </a:solidFill>
              </a:defRPr>
            </a:pPr>
            <a:r>
              <a:rPr sz="2550" b="1">
                <a:solidFill>
                  <a:srgbClr val="152A35"/>
                </a:solidFill>
              </a:rPr>
              <a:t>Evidence and uncertainty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B1064140-EE76-4CEC-B978-EAAE3836A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8F80A3-8B1E-4E32-9808-C477FCAA5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975" b="1">
                <a:solidFill>
                  <a:srgbClr val="65767B"/>
                </a:solidFill>
              </a:defRPr>
            </a:defPPr>
            <a:lvl1pPr>
              <a:buNone/>
              <a:defRPr sz="975" b="1">
                <a:solidFill>
                  <a:srgbClr val="65767B"/>
                </a:solidFill>
              </a:defRPr>
            </a:lvl1pPr>
            <a:lvl2pPr>
              <a:buNone/>
              <a:defRPr sz="975" b="1">
                <a:solidFill>
                  <a:srgbClr val="65767B"/>
                </a:solidFill>
              </a:defRPr>
            </a:lvl2pPr>
            <a:lvl3pPr>
              <a:buNone/>
              <a:defRPr sz="975" b="1">
                <a:solidFill>
                  <a:srgbClr val="65767B"/>
                </a:solidFill>
              </a:defRPr>
            </a:lvl3pPr>
            <a:lvl4pPr>
              <a:buNone/>
              <a:defRPr sz="975" b="1">
                <a:solidFill>
                  <a:srgbClr val="65767B"/>
                </a:solidFill>
              </a:defRPr>
            </a:lvl4pPr>
            <a:lvl5pPr>
              <a:buNone/>
              <a:defRPr sz="975" b="1">
                <a:solidFill>
                  <a:srgbClr val="65767B"/>
                </a:solidFill>
              </a:defRPr>
            </a:lvl5pPr>
            <a:lvl6pPr>
              <a:buNone/>
              <a:defRPr sz="975" b="1">
                <a:solidFill>
                  <a:srgbClr val="65767B"/>
                </a:solidFill>
              </a:defRPr>
            </a:lvl6pPr>
            <a:lvl7pPr>
              <a:buNone/>
              <a:defRPr sz="975" b="1">
                <a:solidFill>
                  <a:srgbClr val="65767B"/>
                </a:solidFill>
              </a:defRPr>
            </a:lvl7pPr>
            <a:lvl8pPr>
              <a:buNone/>
              <a:defRPr sz="975" b="1">
                <a:solidFill>
                  <a:srgbClr val="65767B"/>
                </a:solidFill>
              </a:defRPr>
            </a:lvl8pPr>
            <a:lvl9pPr>
              <a:buNone/>
              <a:defRPr sz="975" b="1">
                <a:solidFill>
                  <a:srgbClr val="65767B"/>
                </a:solidFill>
              </a:defRPr>
            </a:lvl9pPr>
          </a:lstStyle>
          <a:p xmlns:a="http://schemas.openxmlformats.org/drawingml/2006/main">
            <a:pPr>
              <a:buNone/>
              <a:defRPr sz="975" b="1">
                <a:solidFill>
                  <a:srgbClr val="65767B"/>
                </a:solidFill>
              </a:defRPr>
            </a:pPr>
            <a:r>
              <a:rPr sz="975" b="1">
                <a:solidFill>
                  <a:srgbClr val="65767B"/>
                </a:solidFill>
              </a:rPr>
              <a:t>STUDYHUB  /  PROJECT PROPOSAL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297583-D866-40B6-BD12-7F6AAF4B9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6419850"/>
            <a:ext cx="436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975" b="0">
                <a:solidFill>
                  <a:srgbClr val="65767B"/>
                </a:solidFill>
              </a:defRPr>
            </a:defPPr>
            <a:lvl1pPr>
              <a:buNone/>
              <a:defRPr sz="975" b="0">
                <a:solidFill>
                  <a:srgbClr val="65767B"/>
                </a:solidFill>
              </a:defRPr>
            </a:lvl1pPr>
            <a:lvl2pPr>
              <a:buNone/>
              <a:defRPr sz="975" b="0">
                <a:solidFill>
                  <a:srgbClr val="65767B"/>
                </a:solidFill>
              </a:defRPr>
            </a:lvl2pPr>
            <a:lvl3pPr>
              <a:buNone/>
              <a:defRPr sz="975" b="0">
                <a:solidFill>
                  <a:srgbClr val="65767B"/>
                </a:solidFill>
              </a:defRPr>
            </a:lvl3pPr>
            <a:lvl4pPr>
              <a:buNone/>
              <a:defRPr sz="975" b="0">
                <a:solidFill>
                  <a:srgbClr val="65767B"/>
                </a:solidFill>
              </a:defRPr>
            </a:lvl4pPr>
            <a:lvl5pPr>
              <a:buNone/>
              <a:defRPr sz="975" b="0">
                <a:solidFill>
                  <a:srgbClr val="65767B"/>
                </a:solidFill>
              </a:defRPr>
            </a:lvl5pPr>
            <a:lvl6pPr>
              <a:buNone/>
              <a:defRPr sz="975" b="0">
                <a:solidFill>
                  <a:srgbClr val="65767B"/>
                </a:solidFill>
              </a:defRPr>
            </a:lvl6pPr>
            <a:lvl7pPr>
              <a:buNone/>
              <a:defRPr sz="975" b="0">
                <a:solidFill>
                  <a:srgbClr val="65767B"/>
                </a:solidFill>
              </a:defRPr>
            </a:lvl7pPr>
            <a:lvl8pPr>
              <a:buNone/>
              <a:defRPr sz="975" b="0">
                <a:solidFill>
                  <a:srgbClr val="65767B"/>
                </a:solidFill>
              </a:defRPr>
            </a:lvl8pPr>
            <a:lvl9pPr>
              <a:buNone/>
              <a:defRPr sz="975" b="0">
                <a:solidFill>
                  <a:srgbClr val="65767B"/>
                </a:solidFill>
              </a:defRPr>
            </a:lvl9pPr>
          </a:lstStyle>
          <a:p xmlns:a="http://schemas.openxmlformats.org/drawingml/2006/main">
            <a:pPr>
              <a:buNone/>
              <a:defRPr sz="975" b="0">
                <a:solidFill>
                  <a:srgbClr val="65767B"/>
                </a:solidFill>
              </a:defRPr>
            </a:pPr>
            <a:r>
              <a:rPr sz="975" b="0">
                <a:solidFill>
                  <a:srgbClr val="65767B"/>
                </a:solidFill>
              </a:rPr>
              <a:t>Participant 3  ·  0:55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F889F7-8C9B-486F-BB5F-11BE5CF5E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9052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050" b="1">
                <a:solidFill>
                  <a:srgbClr val="2B806D"/>
                </a:solidFill>
              </a:defRPr>
            </a:defPPr>
            <a:lvl1pPr>
              <a:buNone/>
              <a:defRPr sz="1050" b="1">
                <a:solidFill>
                  <a:srgbClr val="2B806D"/>
                </a:solidFill>
              </a:defRPr>
            </a:lvl1pPr>
            <a:lvl2pPr>
              <a:buNone/>
              <a:defRPr sz="1050" b="1">
                <a:solidFill>
                  <a:srgbClr val="2B806D"/>
                </a:solidFill>
              </a:defRPr>
            </a:lvl2pPr>
            <a:lvl3pPr>
              <a:buNone/>
              <a:defRPr sz="1050" b="1">
                <a:solidFill>
                  <a:srgbClr val="2B806D"/>
                </a:solidFill>
              </a:defRPr>
            </a:lvl3pPr>
            <a:lvl4pPr>
              <a:buNone/>
              <a:defRPr sz="1050" b="1">
                <a:solidFill>
                  <a:srgbClr val="2B806D"/>
                </a:solidFill>
              </a:defRPr>
            </a:lvl4pPr>
            <a:lvl5pPr>
              <a:buNone/>
              <a:defRPr sz="1050" b="1">
                <a:solidFill>
                  <a:srgbClr val="2B806D"/>
                </a:solidFill>
              </a:defRPr>
            </a:lvl5pPr>
            <a:lvl6pPr>
              <a:buNone/>
              <a:defRPr sz="1050" b="1">
                <a:solidFill>
                  <a:srgbClr val="2B806D"/>
                </a:solidFill>
              </a:defRPr>
            </a:lvl6pPr>
            <a:lvl7pPr>
              <a:buNone/>
              <a:defRPr sz="1050" b="1">
                <a:solidFill>
                  <a:srgbClr val="2B806D"/>
                </a:solidFill>
              </a:defRPr>
            </a:lvl7pPr>
            <a:lvl8pPr>
              <a:buNone/>
              <a:defRPr sz="1050" b="1">
                <a:solidFill>
                  <a:srgbClr val="2B806D"/>
                </a:solidFill>
              </a:defRPr>
            </a:lvl8pPr>
            <a:lvl9pPr>
              <a:buNone/>
              <a:defRPr sz="1050" b="1">
                <a:solidFill>
                  <a:srgbClr val="2B806D"/>
                </a:solidFill>
              </a:defRPr>
            </a:lvl9pPr>
          </a:lstStyle>
          <a:p xmlns:a="http://schemas.openxmlformats.org/drawingml/2006/main">
            <a:pPr>
              <a:buNone/>
              <a:defRPr sz="1050" b="1">
                <a:solidFill>
                  <a:srgbClr val="2B806D"/>
                </a:solidFill>
              </a:defRPr>
            </a:pPr>
            <a:r>
              <a:rPr sz="1050" b="1">
                <a:solidFill>
                  <a:srgbClr val="2B806D"/>
                </a:solidFill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CE4383-3807-4FCB-99EB-5880302A2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050" b="1">
                <a:solidFill>
                  <a:srgbClr val="2B806D"/>
                </a:solidFill>
              </a:defRPr>
            </a:defPPr>
            <a:lvl1pPr>
              <a:buNone/>
              <a:defRPr sz="1050" b="1">
                <a:solidFill>
                  <a:srgbClr val="2B806D"/>
                </a:solidFill>
              </a:defRPr>
            </a:lvl1pPr>
            <a:lvl2pPr>
              <a:buNone/>
              <a:defRPr sz="1050" b="1">
                <a:solidFill>
                  <a:srgbClr val="2B806D"/>
                </a:solidFill>
              </a:defRPr>
            </a:lvl2pPr>
            <a:lvl3pPr>
              <a:buNone/>
              <a:defRPr sz="1050" b="1">
                <a:solidFill>
                  <a:srgbClr val="2B806D"/>
                </a:solidFill>
              </a:defRPr>
            </a:lvl3pPr>
            <a:lvl4pPr>
              <a:buNone/>
              <a:defRPr sz="1050" b="1">
                <a:solidFill>
                  <a:srgbClr val="2B806D"/>
                </a:solidFill>
              </a:defRPr>
            </a:lvl4pPr>
            <a:lvl5pPr>
              <a:buNone/>
              <a:defRPr sz="1050" b="1">
                <a:solidFill>
                  <a:srgbClr val="2B806D"/>
                </a:solidFill>
              </a:defRPr>
            </a:lvl5pPr>
            <a:lvl6pPr>
              <a:buNone/>
              <a:defRPr sz="1050" b="1">
                <a:solidFill>
                  <a:srgbClr val="2B806D"/>
                </a:solidFill>
              </a:defRPr>
            </a:lvl6pPr>
            <a:lvl7pPr>
              <a:buNone/>
              <a:defRPr sz="1050" b="1">
                <a:solidFill>
                  <a:srgbClr val="2B806D"/>
                </a:solidFill>
              </a:defRPr>
            </a:lvl7pPr>
            <a:lvl8pPr>
              <a:buNone/>
              <a:defRPr sz="1050" b="1">
                <a:solidFill>
                  <a:srgbClr val="2B806D"/>
                </a:solidFill>
              </a:defRPr>
            </a:lvl8pPr>
            <a:lvl9pPr>
              <a:buNone/>
              <a:defRPr sz="1050" b="1">
                <a:solidFill>
                  <a:srgbClr val="2B806D"/>
                </a:solidFill>
              </a:defRPr>
            </a:lvl9pPr>
          </a:lstStyle>
          <a:p xmlns:a="http://schemas.openxmlformats.org/drawingml/2006/main">
            <a:pPr>
              <a:buNone/>
              <a:defRPr sz="1050" b="1">
                <a:solidFill>
                  <a:srgbClr val="2B806D"/>
                </a:solidFill>
              </a:defRPr>
            </a:pPr>
            <a:r>
              <a:rPr sz="1050" b="1">
                <a:solidFill>
                  <a:srgbClr val="2B806D"/>
                </a:solidFill>
              </a:rPr>
              <a:t>KEEP THE 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7D788F-3C5F-4129-9B9B-FE5175551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47625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0">
                <a:solidFill>
                  <a:srgbClr val="152A35"/>
                </a:solidFill>
              </a:defRPr>
            </a:defPPr>
            <a:lvl1pPr>
              <a:buNone/>
              <a:defRPr sz="1725" b="0">
                <a:solidFill>
                  <a:srgbClr val="152A35"/>
                </a:solidFill>
              </a:defRPr>
            </a:lvl1pPr>
            <a:lvl2pPr>
              <a:buNone/>
              <a:defRPr sz="1725" b="0">
                <a:solidFill>
                  <a:srgbClr val="152A35"/>
                </a:solidFill>
              </a:defRPr>
            </a:lvl2pPr>
            <a:lvl3pPr>
              <a:buNone/>
              <a:defRPr sz="1725" b="0">
                <a:solidFill>
                  <a:srgbClr val="152A35"/>
                </a:solidFill>
              </a:defRPr>
            </a:lvl3pPr>
            <a:lvl4pPr>
              <a:buNone/>
              <a:defRPr sz="1725" b="0">
                <a:solidFill>
                  <a:srgbClr val="152A35"/>
                </a:solidFill>
              </a:defRPr>
            </a:lvl4pPr>
            <a:lvl5pPr>
              <a:buNone/>
              <a:defRPr sz="1725" b="0">
                <a:solidFill>
                  <a:srgbClr val="152A35"/>
                </a:solidFill>
              </a:defRPr>
            </a:lvl5pPr>
            <a:lvl6pPr>
              <a:buNone/>
              <a:defRPr sz="1725" b="0">
                <a:solidFill>
                  <a:srgbClr val="152A35"/>
                </a:solidFill>
              </a:defRPr>
            </a:lvl6pPr>
            <a:lvl7pPr>
              <a:buNone/>
              <a:defRPr sz="1725" b="0">
                <a:solidFill>
                  <a:srgbClr val="152A35"/>
                </a:solidFill>
              </a:defRPr>
            </a:lvl7pPr>
            <a:lvl8pPr>
              <a:buNone/>
              <a:defRPr sz="1725" b="0">
                <a:solidFill>
                  <a:srgbClr val="152A35"/>
                </a:solidFill>
              </a:defRPr>
            </a:lvl8pPr>
            <a:lvl9pPr>
              <a:buNone/>
              <a:defRPr sz="1725" b="0">
                <a:solidFill>
                  <a:srgbClr val="152A35"/>
                </a:solidFill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152A35"/>
                </a:solidFill>
              </a:defRPr>
            </a:pPr>
            <a:r>
              <a:rPr sz="1725" b="0">
                <a:solidFill>
                  <a:srgbClr val="152A35"/>
                </a:solidFill>
              </a:rPr>
              <a:t>Every extracted item keeps the page number and supporting passage.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42C8EA-5D35-4B49-A656-33880687A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097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050" b="1">
                <a:solidFill>
                  <a:srgbClr val="D98B45"/>
                </a:solidFill>
              </a:defRPr>
            </a:defPPr>
            <a:lvl1pPr>
              <a:buNone/>
              <a:defRPr sz="1050" b="1">
                <a:solidFill>
                  <a:srgbClr val="D98B45"/>
                </a:solidFill>
              </a:defRPr>
            </a:lvl1pPr>
            <a:lvl2pPr>
              <a:buNone/>
              <a:defRPr sz="1050" b="1">
                <a:solidFill>
                  <a:srgbClr val="D98B45"/>
                </a:solidFill>
              </a:defRPr>
            </a:lvl2pPr>
            <a:lvl3pPr>
              <a:buNone/>
              <a:defRPr sz="1050" b="1">
                <a:solidFill>
                  <a:srgbClr val="D98B45"/>
                </a:solidFill>
              </a:defRPr>
            </a:lvl3pPr>
            <a:lvl4pPr>
              <a:buNone/>
              <a:defRPr sz="1050" b="1">
                <a:solidFill>
                  <a:srgbClr val="D98B45"/>
                </a:solidFill>
              </a:defRPr>
            </a:lvl4pPr>
            <a:lvl5pPr>
              <a:buNone/>
              <a:defRPr sz="1050" b="1">
                <a:solidFill>
                  <a:srgbClr val="D98B45"/>
                </a:solidFill>
              </a:defRPr>
            </a:lvl5pPr>
            <a:lvl6pPr>
              <a:buNone/>
              <a:defRPr sz="1050" b="1">
                <a:solidFill>
                  <a:srgbClr val="D98B45"/>
                </a:solidFill>
              </a:defRPr>
            </a:lvl6pPr>
            <a:lvl7pPr>
              <a:buNone/>
              <a:defRPr sz="1050" b="1">
                <a:solidFill>
                  <a:srgbClr val="D98B45"/>
                </a:solidFill>
              </a:defRPr>
            </a:lvl7pPr>
            <a:lvl8pPr>
              <a:buNone/>
              <a:defRPr sz="1050" b="1">
                <a:solidFill>
                  <a:srgbClr val="D98B45"/>
                </a:solidFill>
              </a:defRPr>
            </a:lvl8pPr>
            <a:lvl9pPr>
              <a:buNone/>
              <a:defRPr sz="1050" b="1">
                <a:solidFill>
                  <a:srgbClr val="D98B45"/>
                </a:solidFill>
              </a:defRPr>
            </a:lvl9pPr>
          </a:lstStyle>
          <a:p xmlns:a="http://schemas.openxmlformats.org/drawingml/2006/main">
            <a:pPr>
              <a:buNone/>
              <a:defRPr sz="1050" b="1">
                <a:solidFill>
                  <a:srgbClr val="D98B45"/>
                </a:solidFill>
              </a:defRPr>
            </a:pPr>
            <a:r>
              <a:rPr sz="1050" b="1">
                <a:solidFill>
                  <a:srgbClr val="D98B45"/>
                </a:solidFill>
              </a:rPr>
              <a:t>MISSING DATE = NO DATE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70AC87-1147-4FF8-94B7-5ABC0E2AB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33600"/>
            <a:ext cx="47625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0">
                <a:solidFill>
                  <a:srgbClr val="152A35"/>
                </a:solidFill>
              </a:defRPr>
            </a:defPPr>
            <a:lvl1pPr>
              <a:buNone/>
              <a:defRPr sz="1725" b="0">
                <a:solidFill>
                  <a:srgbClr val="152A35"/>
                </a:solidFill>
              </a:defRPr>
            </a:lvl1pPr>
            <a:lvl2pPr>
              <a:buNone/>
              <a:defRPr sz="1725" b="0">
                <a:solidFill>
                  <a:srgbClr val="152A35"/>
                </a:solidFill>
              </a:defRPr>
            </a:lvl2pPr>
            <a:lvl3pPr>
              <a:buNone/>
              <a:defRPr sz="1725" b="0">
                <a:solidFill>
                  <a:srgbClr val="152A35"/>
                </a:solidFill>
              </a:defRPr>
            </a:lvl3pPr>
            <a:lvl4pPr>
              <a:buNone/>
              <a:defRPr sz="1725" b="0">
                <a:solidFill>
                  <a:srgbClr val="152A35"/>
                </a:solidFill>
              </a:defRPr>
            </a:lvl4pPr>
            <a:lvl5pPr>
              <a:buNone/>
              <a:defRPr sz="1725" b="0">
                <a:solidFill>
                  <a:srgbClr val="152A35"/>
                </a:solidFill>
              </a:defRPr>
            </a:lvl5pPr>
            <a:lvl6pPr>
              <a:buNone/>
              <a:defRPr sz="1725" b="0">
                <a:solidFill>
                  <a:srgbClr val="152A35"/>
                </a:solidFill>
              </a:defRPr>
            </a:lvl6pPr>
            <a:lvl7pPr>
              <a:buNone/>
              <a:defRPr sz="1725" b="0">
                <a:solidFill>
                  <a:srgbClr val="152A35"/>
                </a:solidFill>
              </a:defRPr>
            </a:lvl7pPr>
            <a:lvl8pPr>
              <a:buNone/>
              <a:defRPr sz="1725" b="0">
                <a:solidFill>
                  <a:srgbClr val="152A35"/>
                </a:solidFill>
              </a:defRPr>
            </a:lvl8pPr>
            <a:lvl9pPr>
              <a:buNone/>
              <a:defRPr sz="1725" b="0">
                <a:solidFill>
                  <a:srgbClr val="152A35"/>
                </a:solidFill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152A35"/>
                </a:solidFill>
              </a:defRPr>
            </a:pPr>
            <a:r>
              <a:rPr sz="1725" b="0">
                <a:solidFill>
                  <a:srgbClr val="152A35"/>
                </a:solidFill>
              </a:rPr>
              <a:t>If no usable date appears, leave it unresolved and show the next step.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57EA77-2760-4E8C-85D2-C73ED9DEF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050" b="1">
                <a:solidFill>
                  <a:srgbClr val="2B806D"/>
                </a:solidFill>
              </a:defRPr>
            </a:defPPr>
            <a:lvl1pPr>
              <a:buNone/>
              <a:defRPr sz="1050" b="1">
                <a:solidFill>
                  <a:srgbClr val="2B806D"/>
                </a:solidFill>
              </a:defRPr>
            </a:lvl1pPr>
            <a:lvl2pPr>
              <a:buNone/>
              <a:defRPr sz="1050" b="1">
                <a:solidFill>
                  <a:srgbClr val="2B806D"/>
                </a:solidFill>
              </a:defRPr>
            </a:lvl2pPr>
            <a:lvl3pPr>
              <a:buNone/>
              <a:defRPr sz="1050" b="1">
                <a:solidFill>
                  <a:srgbClr val="2B806D"/>
                </a:solidFill>
              </a:defRPr>
            </a:lvl3pPr>
            <a:lvl4pPr>
              <a:buNone/>
              <a:defRPr sz="1050" b="1">
                <a:solidFill>
                  <a:srgbClr val="2B806D"/>
                </a:solidFill>
              </a:defRPr>
            </a:lvl4pPr>
            <a:lvl5pPr>
              <a:buNone/>
              <a:defRPr sz="1050" b="1">
                <a:solidFill>
                  <a:srgbClr val="2B806D"/>
                </a:solidFill>
              </a:defRPr>
            </a:lvl5pPr>
            <a:lvl6pPr>
              <a:buNone/>
              <a:defRPr sz="1050" b="1">
                <a:solidFill>
                  <a:srgbClr val="2B806D"/>
                </a:solidFill>
              </a:defRPr>
            </a:lvl6pPr>
            <a:lvl7pPr>
              <a:buNone/>
              <a:defRPr sz="1050" b="1">
                <a:solidFill>
                  <a:srgbClr val="2B806D"/>
                </a:solidFill>
              </a:defRPr>
            </a:lvl7pPr>
            <a:lvl8pPr>
              <a:buNone/>
              <a:defRPr sz="1050" b="1">
                <a:solidFill>
                  <a:srgbClr val="2B806D"/>
                </a:solidFill>
              </a:defRPr>
            </a:lvl8pPr>
            <a:lvl9pPr>
              <a:buNone/>
              <a:defRPr sz="1050" b="1">
                <a:solidFill>
                  <a:srgbClr val="2B806D"/>
                </a:solidFill>
              </a:defRPr>
            </a:lvl9pPr>
          </a:lstStyle>
          <a:p xmlns:a="http://schemas.openxmlformats.org/drawingml/2006/main">
            <a:pPr>
              <a:buNone/>
              <a:defRPr sz="1050" b="1">
                <a:solidFill>
                  <a:srgbClr val="2B806D"/>
                </a:solidFill>
              </a:defRPr>
            </a:pPr>
            <a:r>
              <a:rPr sz="1050" b="1">
                <a:solidFill>
                  <a:srgbClr val="2B806D"/>
                </a:solidFill>
              </a:rPr>
              <a:t>STUDENT CONFIRMS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CC9541-48FD-46DC-87FC-F7E5BE265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24350"/>
            <a:ext cx="47625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0">
                <a:solidFill>
                  <a:srgbClr val="152A35"/>
                </a:solidFill>
              </a:defRPr>
            </a:defPPr>
            <a:lvl1pPr>
              <a:buNone/>
              <a:defRPr sz="1725" b="0">
                <a:solidFill>
                  <a:srgbClr val="152A35"/>
                </a:solidFill>
              </a:defRPr>
            </a:lvl1pPr>
            <a:lvl2pPr>
              <a:buNone/>
              <a:defRPr sz="1725" b="0">
                <a:solidFill>
                  <a:srgbClr val="152A35"/>
                </a:solidFill>
              </a:defRPr>
            </a:lvl2pPr>
            <a:lvl3pPr>
              <a:buNone/>
              <a:defRPr sz="1725" b="0">
                <a:solidFill>
                  <a:srgbClr val="152A35"/>
                </a:solidFill>
              </a:defRPr>
            </a:lvl3pPr>
            <a:lvl4pPr>
              <a:buNone/>
              <a:defRPr sz="1725" b="0">
                <a:solidFill>
                  <a:srgbClr val="152A35"/>
                </a:solidFill>
              </a:defRPr>
            </a:lvl4pPr>
            <a:lvl5pPr>
              <a:buNone/>
              <a:defRPr sz="1725" b="0">
                <a:solidFill>
                  <a:srgbClr val="152A35"/>
                </a:solidFill>
              </a:defRPr>
            </a:lvl5pPr>
            <a:lvl6pPr>
              <a:buNone/>
              <a:defRPr sz="1725" b="0">
                <a:solidFill>
                  <a:srgbClr val="152A35"/>
                </a:solidFill>
              </a:defRPr>
            </a:lvl6pPr>
            <a:lvl7pPr>
              <a:buNone/>
              <a:defRPr sz="1725" b="0">
                <a:solidFill>
                  <a:srgbClr val="152A35"/>
                </a:solidFill>
              </a:defRPr>
            </a:lvl7pPr>
            <a:lvl8pPr>
              <a:buNone/>
              <a:defRPr sz="1725" b="0">
                <a:solidFill>
                  <a:srgbClr val="152A35"/>
                </a:solidFill>
              </a:defRPr>
            </a:lvl8pPr>
            <a:lvl9pPr>
              <a:buNone/>
              <a:defRPr sz="1725" b="0">
                <a:solidFill>
                  <a:srgbClr val="152A35"/>
                </a:solidFill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152A35"/>
                </a:solidFill>
              </a:defRPr>
            </a:pPr>
            <a:r>
              <a:rPr sz="1725" b="0">
                <a:solidFill>
                  <a:srgbClr val="152A35"/>
                </a:solidFill>
              </a:rPr>
              <a:t>Students review and edit dates before using the calendar.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827676-1374-4FB8-B6E7-9823562DE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005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050" b="1">
                <a:solidFill>
                  <a:srgbClr val="65767B"/>
                </a:solidFill>
              </a:defRPr>
            </a:defPPr>
            <a:lvl1pPr>
              <a:buNone/>
              <a:defRPr sz="1050" b="1">
                <a:solidFill>
                  <a:srgbClr val="65767B"/>
                </a:solidFill>
              </a:defRPr>
            </a:lvl1pPr>
            <a:lvl2pPr>
              <a:buNone/>
              <a:defRPr sz="1050" b="1">
                <a:solidFill>
                  <a:srgbClr val="65767B"/>
                </a:solidFill>
              </a:defRPr>
            </a:lvl2pPr>
            <a:lvl3pPr>
              <a:buNone/>
              <a:defRPr sz="1050" b="1">
                <a:solidFill>
                  <a:srgbClr val="65767B"/>
                </a:solidFill>
              </a:defRPr>
            </a:lvl3pPr>
            <a:lvl4pPr>
              <a:buNone/>
              <a:defRPr sz="1050" b="1">
                <a:solidFill>
                  <a:srgbClr val="65767B"/>
                </a:solidFill>
              </a:defRPr>
            </a:lvl4pPr>
            <a:lvl5pPr>
              <a:buNone/>
              <a:defRPr sz="1050" b="1">
                <a:solidFill>
                  <a:srgbClr val="65767B"/>
                </a:solidFill>
              </a:defRPr>
            </a:lvl5pPr>
            <a:lvl6pPr>
              <a:buNone/>
              <a:defRPr sz="1050" b="1">
                <a:solidFill>
                  <a:srgbClr val="65767B"/>
                </a:solidFill>
              </a:defRPr>
            </a:lvl6pPr>
            <a:lvl7pPr>
              <a:buNone/>
              <a:defRPr sz="1050" b="1">
                <a:solidFill>
                  <a:srgbClr val="65767B"/>
                </a:solidFill>
              </a:defRPr>
            </a:lvl7pPr>
            <a:lvl8pPr>
              <a:buNone/>
              <a:defRPr sz="1050" b="1">
                <a:solidFill>
                  <a:srgbClr val="65767B"/>
                </a:solidFill>
              </a:defRPr>
            </a:lvl8pPr>
            <a:lvl9pPr>
              <a:buNone/>
              <a:defRPr sz="1050" b="1">
                <a:solidFill>
                  <a:srgbClr val="65767B"/>
                </a:solidFill>
              </a:defRPr>
            </a:lvl9pPr>
          </a:lstStyle>
          <a:p xmlns:a="http://schemas.openxmlformats.org/drawingml/2006/main">
            <a:pPr>
              <a:buNone/>
              <a:defRPr sz="1050" b="1">
                <a:solidFill>
                  <a:srgbClr val="65767B"/>
                </a:solidFill>
              </a:defRPr>
            </a:pPr>
            <a:r>
              <a:rPr sz="1050" b="1">
                <a:solidFill>
                  <a:srgbClr val="65767B"/>
                </a:solidFill>
              </a:rPr>
              <a:t>MVP: SEARCHABLE PDFS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427699-3E6C-41B9-8E37-C94260822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24350"/>
            <a:ext cx="47625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0">
                <a:solidFill>
                  <a:srgbClr val="152A35"/>
                </a:solidFill>
              </a:defRPr>
            </a:defPPr>
            <a:lvl1pPr>
              <a:buNone/>
              <a:defRPr sz="1725" b="0">
                <a:solidFill>
                  <a:srgbClr val="152A35"/>
                </a:solidFill>
              </a:defRPr>
            </a:lvl1pPr>
            <a:lvl2pPr>
              <a:buNone/>
              <a:defRPr sz="1725" b="0">
                <a:solidFill>
                  <a:srgbClr val="152A35"/>
                </a:solidFill>
              </a:defRPr>
            </a:lvl2pPr>
            <a:lvl3pPr>
              <a:buNone/>
              <a:defRPr sz="1725" b="0">
                <a:solidFill>
                  <a:srgbClr val="152A35"/>
                </a:solidFill>
              </a:defRPr>
            </a:lvl3pPr>
            <a:lvl4pPr>
              <a:buNone/>
              <a:defRPr sz="1725" b="0">
                <a:solidFill>
                  <a:srgbClr val="152A35"/>
                </a:solidFill>
              </a:defRPr>
            </a:lvl4pPr>
            <a:lvl5pPr>
              <a:buNone/>
              <a:defRPr sz="1725" b="0">
                <a:solidFill>
                  <a:srgbClr val="152A35"/>
                </a:solidFill>
              </a:defRPr>
            </a:lvl5pPr>
            <a:lvl6pPr>
              <a:buNone/>
              <a:defRPr sz="1725" b="0">
                <a:solidFill>
                  <a:srgbClr val="152A35"/>
                </a:solidFill>
              </a:defRPr>
            </a:lvl6pPr>
            <a:lvl7pPr>
              <a:buNone/>
              <a:defRPr sz="1725" b="0">
                <a:solidFill>
                  <a:srgbClr val="152A35"/>
                </a:solidFill>
              </a:defRPr>
            </a:lvl7pPr>
            <a:lvl8pPr>
              <a:buNone/>
              <a:defRPr sz="1725" b="0">
                <a:solidFill>
                  <a:srgbClr val="152A35"/>
                </a:solidFill>
              </a:defRPr>
            </a:lvl8pPr>
            <a:lvl9pPr>
              <a:buNone/>
              <a:defRPr sz="1725" b="0">
                <a:solidFill>
                  <a:srgbClr val="152A35"/>
                </a:solidFill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152A35"/>
                </a:solidFill>
              </a:defRPr>
            </a:pPr>
            <a:r>
              <a:rPr sz="1725" b="0">
                <a:solidFill>
                  <a:srgbClr val="152A35"/>
                </a:solidFill>
              </a:rPr>
              <a:t>Start with PDFs that contain readable text; add OCR after validation.</a:t>
            </a:r>
          </a:p>
        </p:txBody>
      </p:sp>
    </p:spTree>
    <p:extLst>
      <p:ext uri="{BB962C8B-B14F-4D97-AF65-F5344CB8AC3E}">
        <p14:creationId xmlns:p14="http://schemas.microsoft.com/office/powerpoint/2010/main" val="19399125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accent-rule">
            <a:extLst xmlns:a="http://schemas.openxmlformats.org/drawingml/2006/main">
              <a:ext uri="{FF2B5EF4-FFF2-40B4-BE49-F238E27FC236}">
                <a16:creationId xmlns:a16="http://schemas.microsoft.com/office/drawing/2014/main" id="{9E04C166-DB4D-41BF-892A-E3763A016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0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D38CE71-BC9E-459E-97B2-D8E80FFBB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550" b="1">
                <a:solidFill>
                  <a:srgbClr val="152A35"/>
                </a:solidFill>
              </a:defRPr>
            </a:defPPr>
            <a:lvl1pPr>
              <a:buNone/>
              <a:defRPr sz="2550" b="1">
                <a:solidFill>
                  <a:srgbClr val="152A35"/>
                </a:solidFill>
              </a:defRPr>
            </a:lvl1pPr>
            <a:lvl2pPr>
              <a:buNone/>
              <a:defRPr sz="2550" b="1">
                <a:solidFill>
                  <a:srgbClr val="152A35"/>
                </a:solidFill>
              </a:defRPr>
            </a:lvl2pPr>
            <a:lvl3pPr>
              <a:buNone/>
              <a:defRPr sz="2550" b="1">
                <a:solidFill>
                  <a:srgbClr val="152A35"/>
                </a:solidFill>
              </a:defRPr>
            </a:lvl3pPr>
            <a:lvl4pPr>
              <a:buNone/>
              <a:defRPr sz="2550" b="1">
                <a:solidFill>
                  <a:srgbClr val="152A35"/>
                </a:solidFill>
              </a:defRPr>
            </a:lvl4pPr>
            <a:lvl5pPr>
              <a:buNone/>
              <a:defRPr sz="2550" b="1">
                <a:solidFill>
                  <a:srgbClr val="152A35"/>
                </a:solidFill>
              </a:defRPr>
            </a:lvl5pPr>
            <a:lvl6pPr>
              <a:buNone/>
              <a:defRPr sz="2550" b="1">
                <a:solidFill>
                  <a:srgbClr val="152A35"/>
                </a:solidFill>
              </a:defRPr>
            </a:lvl6pPr>
            <a:lvl7pPr>
              <a:buNone/>
              <a:defRPr sz="2550" b="1">
                <a:solidFill>
                  <a:srgbClr val="152A35"/>
                </a:solidFill>
              </a:defRPr>
            </a:lvl7pPr>
            <a:lvl8pPr>
              <a:buNone/>
              <a:defRPr sz="2550" b="1">
                <a:solidFill>
                  <a:srgbClr val="152A35"/>
                </a:solidFill>
              </a:defRPr>
            </a:lvl8pPr>
            <a:lvl9pPr>
              <a:buNone/>
              <a:defRPr sz="2550" b="1">
                <a:solidFill>
                  <a:srgbClr val="152A35"/>
                </a:solidFill>
              </a:defRPr>
            </a:lvl9pPr>
          </a:lstStyle>
          <a:p xmlns:a="http://schemas.openxmlformats.org/drawingml/2006/main">
            <a:pPr>
              <a:buNone/>
              <a:defRPr sz="2550" b="1">
                <a:solidFill>
                  <a:srgbClr val="152A35"/>
                </a:solidFill>
              </a:defRPr>
            </a:pPr>
            <a:r>
              <a:rPr sz="2550" b="1">
                <a:solidFill>
                  <a:srgbClr val="152A35"/>
                </a:solidFill>
              </a:rPr>
              <a:t>A missing date stays unresolved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88692110-A948-4E6F-A7BC-3CBBBBA1A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40227D-DF70-44FE-A66E-35D232C42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975" b="1">
                <a:solidFill>
                  <a:srgbClr val="65767B"/>
                </a:solidFill>
              </a:defRPr>
            </a:defPPr>
            <a:lvl1pPr>
              <a:buNone/>
              <a:defRPr sz="975" b="1">
                <a:solidFill>
                  <a:srgbClr val="65767B"/>
                </a:solidFill>
              </a:defRPr>
            </a:lvl1pPr>
            <a:lvl2pPr>
              <a:buNone/>
              <a:defRPr sz="975" b="1">
                <a:solidFill>
                  <a:srgbClr val="65767B"/>
                </a:solidFill>
              </a:defRPr>
            </a:lvl2pPr>
            <a:lvl3pPr>
              <a:buNone/>
              <a:defRPr sz="975" b="1">
                <a:solidFill>
                  <a:srgbClr val="65767B"/>
                </a:solidFill>
              </a:defRPr>
            </a:lvl3pPr>
            <a:lvl4pPr>
              <a:buNone/>
              <a:defRPr sz="975" b="1">
                <a:solidFill>
                  <a:srgbClr val="65767B"/>
                </a:solidFill>
              </a:defRPr>
            </a:lvl4pPr>
            <a:lvl5pPr>
              <a:buNone/>
              <a:defRPr sz="975" b="1">
                <a:solidFill>
                  <a:srgbClr val="65767B"/>
                </a:solidFill>
              </a:defRPr>
            </a:lvl5pPr>
            <a:lvl6pPr>
              <a:buNone/>
              <a:defRPr sz="975" b="1">
                <a:solidFill>
                  <a:srgbClr val="65767B"/>
                </a:solidFill>
              </a:defRPr>
            </a:lvl6pPr>
            <a:lvl7pPr>
              <a:buNone/>
              <a:defRPr sz="975" b="1">
                <a:solidFill>
                  <a:srgbClr val="65767B"/>
                </a:solidFill>
              </a:defRPr>
            </a:lvl7pPr>
            <a:lvl8pPr>
              <a:buNone/>
              <a:defRPr sz="975" b="1">
                <a:solidFill>
                  <a:srgbClr val="65767B"/>
                </a:solidFill>
              </a:defRPr>
            </a:lvl8pPr>
            <a:lvl9pPr>
              <a:buNone/>
              <a:defRPr sz="975" b="1">
                <a:solidFill>
                  <a:srgbClr val="65767B"/>
                </a:solidFill>
              </a:defRPr>
            </a:lvl9pPr>
          </a:lstStyle>
          <a:p xmlns:a="http://schemas.openxmlformats.org/drawingml/2006/main">
            <a:pPr>
              <a:buNone/>
              <a:defRPr sz="975" b="1">
                <a:solidFill>
                  <a:srgbClr val="65767B"/>
                </a:solidFill>
              </a:defRPr>
            </a:pPr>
            <a:r>
              <a:rPr sz="975" b="1">
                <a:solidFill>
                  <a:srgbClr val="65767B"/>
                </a:solidFill>
              </a:rPr>
              <a:t>STUDYHUB  /  PROJECT PROPOSAL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3A4440-1951-474A-A0C2-18B88DEC1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6419850"/>
            <a:ext cx="436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975" b="0">
                <a:solidFill>
                  <a:srgbClr val="65767B"/>
                </a:solidFill>
              </a:defRPr>
            </a:defPPr>
            <a:lvl1pPr>
              <a:buNone/>
              <a:defRPr sz="975" b="0">
                <a:solidFill>
                  <a:srgbClr val="65767B"/>
                </a:solidFill>
              </a:defRPr>
            </a:lvl1pPr>
            <a:lvl2pPr>
              <a:buNone/>
              <a:defRPr sz="975" b="0">
                <a:solidFill>
                  <a:srgbClr val="65767B"/>
                </a:solidFill>
              </a:defRPr>
            </a:lvl2pPr>
            <a:lvl3pPr>
              <a:buNone/>
              <a:defRPr sz="975" b="0">
                <a:solidFill>
                  <a:srgbClr val="65767B"/>
                </a:solidFill>
              </a:defRPr>
            </a:lvl3pPr>
            <a:lvl4pPr>
              <a:buNone/>
              <a:defRPr sz="975" b="0">
                <a:solidFill>
                  <a:srgbClr val="65767B"/>
                </a:solidFill>
              </a:defRPr>
            </a:lvl4pPr>
            <a:lvl5pPr>
              <a:buNone/>
              <a:defRPr sz="975" b="0">
                <a:solidFill>
                  <a:srgbClr val="65767B"/>
                </a:solidFill>
              </a:defRPr>
            </a:lvl5pPr>
            <a:lvl6pPr>
              <a:buNone/>
              <a:defRPr sz="975" b="0">
                <a:solidFill>
                  <a:srgbClr val="65767B"/>
                </a:solidFill>
              </a:defRPr>
            </a:lvl6pPr>
            <a:lvl7pPr>
              <a:buNone/>
              <a:defRPr sz="975" b="0">
                <a:solidFill>
                  <a:srgbClr val="65767B"/>
                </a:solidFill>
              </a:defRPr>
            </a:lvl7pPr>
            <a:lvl8pPr>
              <a:buNone/>
              <a:defRPr sz="975" b="0">
                <a:solidFill>
                  <a:srgbClr val="65767B"/>
                </a:solidFill>
              </a:defRPr>
            </a:lvl8pPr>
            <a:lvl9pPr>
              <a:buNone/>
              <a:defRPr sz="975" b="0">
                <a:solidFill>
                  <a:srgbClr val="65767B"/>
                </a:solidFill>
              </a:defRPr>
            </a:lvl9pPr>
          </a:lstStyle>
          <a:p xmlns:a="http://schemas.openxmlformats.org/drawingml/2006/main">
            <a:pPr>
              <a:buNone/>
              <a:defRPr sz="975" b="0">
                <a:solidFill>
                  <a:srgbClr val="65767B"/>
                </a:solidFill>
              </a:defRPr>
            </a:pPr>
            <a:r>
              <a:rPr sz="975" b="0">
                <a:solidFill>
                  <a:srgbClr val="65767B"/>
                </a:solidFill>
              </a:rPr>
              <a:t>Participant 3  ·  2:30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F5E386-C493-46C1-AFAD-17A6C2582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9052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050" b="1">
                <a:solidFill>
                  <a:srgbClr val="2B806D"/>
                </a:solidFill>
              </a:defRPr>
            </a:defPPr>
            <a:lvl1pPr>
              <a:buNone/>
              <a:defRPr sz="1050" b="1">
                <a:solidFill>
                  <a:srgbClr val="2B806D"/>
                </a:solidFill>
              </a:defRPr>
            </a:lvl1pPr>
            <a:lvl2pPr>
              <a:buNone/>
              <a:defRPr sz="1050" b="1">
                <a:solidFill>
                  <a:srgbClr val="2B806D"/>
                </a:solidFill>
              </a:defRPr>
            </a:lvl2pPr>
            <a:lvl3pPr>
              <a:buNone/>
              <a:defRPr sz="1050" b="1">
                <a:solidFill>
                  <a:srgbClr val="2B806D"/>
                </a:solidFill>
              </a:defRPr>
            </a:lvl3pPr>
            <a:lvl4pPr>
              <a:buNone/>
              <a:defRPr sz="1050" b="1">
                <a:solidFill>
                  <a:srgbClr val="2B806D"/>
                </a:solidFill>
              </a:defRPr>
            </a:lvl4pPr>
            <a:lvl5pPr>
              <a:buNone/>
              <a:defRPr sz="1050" b="1">
                <a:solidFill>
                  <a:srgbClr val="2B806D"/>
                </a:solidFill>
              </a:defRPr>
            </a:lvl5pPr>
            <a:lvl6pPr>
              <a:buNone/>
              <a:defRPr sz="1050" b="1">
                <a:solidFill>
                  <a:srgbClr val="2B806D"/>
                </a:solidFill>
              </a:defRPr>
            </a:lvl6pPr>
            <a:lvl7pPr>
              <a:buNone/>
              <a:defRPr sz="1050" b="1">
                <a:solidFill>
                  <a:srgbClr val="2B806D"/>
                </a:solidFill>
              </a:defRPr>
            </a:lvl7pPr>
            <a:lvl8pPr>
              <a:buNone/>
              <a:defRPr sz="1050" b="1">
                <a:solidFill>
                  <a:srgbClr val="2B806D"/>
                </a:solidFill>
              </a:defRPr>
            </a:lvl8pPr>
            <a:lvl9pPr>
              <a:buNone/>
              <a:defRPr sz="1050" b="1">
                <a:solidFill>
                  <a:srgbClr val="2B806D"/>
                </a:solidFill>
              </a:defRPr>
            </a:lvl9pPr>
          </a:lstStyle>
          <a:p xmlns:a="http://schemas.openxmlformats.org/drawingml/2006/main">
            <a:pPr>
              <a:buNone/>
              <a:defRPr sz="1050" b="1">
                <a:solidFill>
                  <a:srgbClr val="2B806D"/>
                </a:solidFill>
              </a:defRPr>
            </a:pPr>
            <a:r>
              <a:rPr sz="1050" b="1">
                <a:solidFill>
                  <a:srgbClr val="2B806D"/>
                </a:solidFill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45A26B-80FD-4256-AB04-BF71C9058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800" b="1">
                <a:solidFill>
                  <a:srgbClr val="152A35"/>
                </a:solidFill>
              </a:defRPr>
            </a:defPPr>
            <a:lvl1pPr>
              <a:buNone/>
              <a:defRPr sz="1800" b="1">
                <a:solidFill>
                  <a:srgbClr val="152A35"/>
                </a:solidFill>
              </a:defRPr>
            </a:lvl1pPr>
            <a:lvl2pPr>
              <a:buNone/>
              <a:defRPr sz="1800" b="1">
                <a:solidFill>
                  <a:srgbClr val="152A35"/>
                </a:solidFill>
              </a:defRPr>
            </a:lvl2pPr>
            <a:lvl3pPr>
              <a:buNone/>
              <a:defRPr sz="1800" b="1">
                <a:solidFill>
                  <a:srgbClr val="152A35"/>
                </a:solidFill>
              </a:defRPr>
            </a:lvl3pPr>
            <a:lvl4pPr>
              <a:buNone/>
              <a:defRPr sz="1800" b="1">
                <a:solidFill>
                  <a:srgbClr val="152A35"/>
                </a:solidFill>
              </a:defRPr>
            </a:lvl4pPr>
            <a:lvl5pPr>
              <a:buNone/>
              <a:defRPr sz="1800" b="1">
                <a:solidFill>
                  <a:srgbClr val="152A35"/>
                </a:solidFill>
              </a:defRPr>
            </a:lvl5pPr>
            <a:lvl6pPr>
              <a:buNone/>
              <a:defRPr sz="1800" b="1">
                <a:solidFill>
                  <a:srgbClr val="152A35"/>
                </a:solidFill>
              </a:defRPr>
            </a:lvl6pPr>
            <a:lvl7pPr>
              <a:buNone/>
              <a:defRPr sz="1800" b="1">
                <a:solidFill>
                  <a:srgbClr val="152A35"/>
                </a:solidFill>
              </a:defRPr>
            </a:lvl7pPr>
            <a:lvl8pPr>
              <a:buNone/>
              <a:defRPr sz="1800" b="1">
                <a:solidFill>
                  <a:srgbClr val="152A35"/>
                </a:solidFill>
              </a:defRPr>
            </a:lvl8pPr>
            <a:lvl9pPr>
              <a:buNone/>
              <a:defRPr sz="1800" b="1">
                <a:solidFill>
                  <a:srgbClr val="152A35"/>
                </a:solidFill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152A35"/>
                </a:solidFill>
              </a:defRPr>
            </a:pPr>
            <a:r>
              <a:rPr sz="1800" b="1">
                <a:solidFill>
                  <a:srgbClr val="152A35"/>
                </a:solidFill>
              </a:rPr>
              <a:t>Source instruction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D6F282-3622-4539-A2D3-D7353FC43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4762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75" b="1">
                <a:solidFill>
                  <a:srgbClr val="2B806D"/>
                </a:solidFill>
              </a:defRPr>
            </a:defPPr>
            <a:lvl1pPr>
              <a:buNone/>
              <a:defRPr sz="1575" b="1">
                <a:solidFill>
                  <a:srgbClr val="2B806D"/>
                </a:solidFill>
              </a:defRPr>
            </a:lvl1pPr>
            <a:lvl2pPr>
              <a:buNone/>
              <a:defRPr sz="1575" b="1">
                <a:solidFill>
                  <a:srgbClr val="2B806D"/>
                </a:solidFill>
              </a:defRPr>
            </a:lvl2pPr>
            <a:lvl3pPr>
              <a:buNone/>
              <a:defRPr sz="1575" b="1">
                <a:solidFill>
                  <a:srgbClr val="2B806D"/>
                </a:solidFill>
              </a:defRPr>
            </a:lvl3pPr>
            <a:lvl4pPr>
              <a:buNone/>
              <a:defRPr sz="1575" b="1">
                <a:solidFill>
                  <a:srgbClr val="2B806D"/>
                </a:solidFill>
              </a:defRPr>
            </a:lvl4pPr>
            <a:lvl5pPr>
              <a:buNone/>
              <a:defRPr sz="1575" b="1">
                <a:solidFill>
                  <a:srgbClr val="2B806D"/>
                </a:solidFill>
              </a:defRPr>
            </a:lvl5pPr>
            <a:lvl6pPr>
              <a:buNone/>
              <a:defRPr sz="1575" b="1">
                <a:solidFill>
                  <a:srgbClr val="2B806D"/>
                </a:solidFill>
              </a:defRPr>
            </a:lvl6pPr>
            <a:lvl7pPr>
              <a:buNone/>
              <a:defRPr sz="1575" b="1">
                <a:solidFill>
                  <a:srgbClr val="2B806D"/>
                </a:solidFill>
              </a:defRPr>
            </a:lvl7pPr>
            <a:lvl8pPr>
              <a:buNone/>
              <a:defRPr sz="1575" b="1">
                <a:solidFill>
                  <a:srgbClr val="2B806D"/>
                </a:solidFill>
              </a:defRPr>
            </a:lvl8pPr>
            <a:lvl9pPr>
              <a:buNone/>
              <a:defRPr sz="1575" b="1">
                <a:solidFill>
                  <a:srgbClr val="2B806D"/>
                </a:solidFill>
              </a:defRPr>
            </a:lvl9pPr>
          </a:lstStyle>
          <a:p xmlns:a="http://schemas.openxmlformats.org/drawingml/2006/main">
            <a:pPr>
              <a:buNone/>
              <a:defRPr sz="1575" b="1">
                <a:solidFill>
                  <a:srgbClr val="2B806D"/>
                </a:solidFill>
              </a:defRPr>
            </a:pPr>
            <a:r>
              <a:rPr sz="1575" b="1">
                <a:solidFill>
                  <a:srgbClr val="2B806D"/>
                </a:solidFill>
              </a:rPr>
              <a:t>“Deadlines and defense dates are announced in the group chat.”</a:t>
            </a:r>
          </a:p>
        </p:txBody>
      </p:sp>
      <p:sp>
        <p:nvSpPr>
          <p:cNvPr id="9" name="divider">
            <a:extLst xmlns:a="http://schemas.openxmlformats.org/drawingml/2006/main">
              <a:ext uri="{FF2B5EF4-FFF2-40B4-BE49-F238E27FC236}">
                <a16:creationId xmlns:a16="http://schemas.microsoft.com/office/drawing/2014/main" id="{F50AD9D9-6F0D-4632-B3B9-81684624C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190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1A799B-9E45-4376-8DA9-8A8F59857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66875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800" b="1">
                <a:solidFill>
                  <a:srgbClr val="152A35"/>
                </a:solidFill>
              </a:defRPr>
            </a:defPPr>
            <a:lvl1pPr>
              <a:buNone/>
              <a:defRPr sz="1800" b="1">
                <a:solidFill>
                  <a:srgbClr val="152A35"/>
                </a:solidFill>
              </a:defRPr>
            </a:lvl1pPr>
            <a:lvl2pPr>
              <a:buNone/>
              <a:defRPr sz="1800" b="1">
                <a:solidFill>
                  <a:srgbClr val="152A35"/>
                </a:solidFill>
              </a:defRPr>
            </a:lvl2pPr>
            <a:lvl3pPr>
              <a:buNone/>
              <a:defRPr sz="1800" b="1">
                <a:solidFill>
                  <a:srgbClr val="152A35"/>
                </a:solidFill>
              </a:defRPr>
            </a:lvl3pPr>
            <a:lvl4pPr>
              <a:buNone/>
              <a:defRPr sz="1800" b="1">
                <a:solidFill>
                  <a:srgbClr val="152A35"/>
                </a:solidFill>
              </a:defRPr>
            </a:lvl4pPr>
            <a:lvl5pPr>
              <a:buNone/>
              <a:defRPr sz="1800" b="1">
                <a:solidFill>
                  <a:srgbClr val="152A35"/>
                </a:solidFill>
              </a:defRPr>
            </a:lvl5pPr>
            <a:lvl6pPr>
              <a:buNone/>
              <a:defRPr sz="1800" b="1">
                <a:solidFill>
                  <a:srgbClr val="152A35"/>
                </a:solidFill>
              </a:defRPr>
            </a:lvl6pPr>
            <a:lvl7pPr>
              <a:buNone/>
              <a:defRPr sz="1800" b="1">
                <a:solidFill>
                  <a:srgbClr val="152A35"/>
                </a:solidFill>
              </a:defRPr>
            </a:lvl7pPr>
            <a:lvl8pPr>
              <a:buNone/>
              <a:defRPr sz="1800" b="1">
                <a:solidFill>
                  <a:srgbClr val="152A35"/>
                </a:solidFill>
              </a:defRPr>
            </a:lvl8pPr>
            <a:lvl9pPr>
              <a:buNone/>
              <a:defRPr sz="1800" b="1">
                <a:solidFill>
                  <a:srgbClr val="152A35"/>
                </a:solidFill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152A35"/>
                </a:solidFill>
              </a:defRPr>
            </a:pPr>
            <a:r>
              <a:rPr sz="1800" b="1">
                <a:solidFill>
                  <a:srgbClr val="152A35"/>
                </a:solidFill>
              </a:rPr>
              <a:t>StudyHub result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B919C7-9C7A-43BF-BAD4-CFD0FE63F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76500"/>
            <a:ext cx="4762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425" b="0">
                <a:solidFill>
                  <a:srgbClr val="A8453E"/>
                </a:solidFill>
              </a:defRPr>
            </a:defPPr>
            <a:lvl1pPr>
              <a:buNone/>
              <a:defRPr sz="1425" b="0">
                <a:solidFill>
                  <a:srgbClr val="A8453E"/>
                </a:solidFill>
              </a:defRPr>
            </a:lvl1pPr>
            <a:lvl2pPr>
              <a:buNone/>
              <a:defRPr sz="1425" b="0">
                <a:solidFill>
                  <a:srgbClr val="A8453E"/>
                </a:solidFill>
              </a:defRPr>
            </a:lvl2pPr>
            <a:lvl3pPr>
              <a:buNone/>
              <a:defRPr sz="1425" b="0">
                <a:solidFill>
                  <a:srgbClr val="A8453E"/>
                </a:solidFill>
              </a:defRPr>
            </a:lvl3pPr>
            <a:lvl4pPr>
              <a:buNone/>
              <a:defRPr sz="1425" b="0">
                <a:solidFill>
                  <a:srgbClr val="A8453E"/>
                </a:solidFill>
              </a:defRPr>
            </a:lvl4pPr>
            <a:lvl5pPr>
              <a:buNone/>
              <a:defRPr sz="1425" b="0">
                <a:solidFill>
                  <a:srgbClr val="A8453E"/>
                </a:solidFill>
              </a:defRPr>
            </a:lvl5pPr>
            <a:lvl6pPr>
              <a:buNone/>
              <a:defRPr sz="1425" b="0">
                <a:solidFill>
                  <a:srgbClr val="A8453E"/>
                </a:solidFill>
              </a:defRPr>
            </a:lvl6pPr>
            <a:lvl7pPr>
              <a:buNone/>
              <a:defRPr sz="1425" b="0">
                <a:solidFill>
                  <a:srgbClr val="A8453E"/>
                </a:solidFill>
              </a:defRPr>
            </a:lvl7pPr>
            <a:lvl8pPr>
              <a:buNone/>
              <a:defRPr sz="1425" b="0">
                <a:solidFill>
                  <a:srgbClr val="A8453E"/>
                </a:solidFill>
              </a:defRPr>
            </a:lvl8pPr>
            <a:lvl9pPr>
              <a:buNone/>
              <a:defRPr sz="1425" b="0">
                <a:solidFill>
                  <a:srgbClr val="A8453E"/>
                </a:solidFill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A8453E"/>
                </a:solidFill>
              </a:defRPr>
            </a:pPr>
            <a:r>
              <a:rPr sz="1425" b="0">
                <a:solidFill>
                  <a:srgbClr val="A8453E"/>
                </a:solidFill>
              </a:rPr>
              <a:t>Date: not stated in the PDF</a:t>
            </a:r>
          </a:p>
          <a:p xmlns:a="http://schemas.openxmlformats.org/drawingml/2006/main">
            <a:pPr>
              <a:buNone/>
              <a:defRPr sz="1425" b="0">
                <a:solidFill>
                  <a:srgbClr val="A8453E"/>
                </a:solidFill>
              </a:defRPr>
            </a:pPr>
            <a:r>
              <a:rPr sz="1425" b="0">
                <a:solidFill>
                  <a:srgbClr val="A8453E"/>
                </a:solidFill>
              </a:rPr>
              <a:t>Next step: check the course chat</a:t>
            </a:r>
          </a:p>
          <a:p xmlns:a="http://schemas.openxmlformats.org/drawingml/2006/main">
            <a:pPr>
              <a:buNone/>
              <a:defRPr sz="1425" b="0">
                <a:solidFill>
                  <a:srgbClr val="A8453E"/>
                </a:solidFill>
              </a:defRPr>
            </a:pPr>
            <a:r>
              <a:rPr sz="1425" b="0">
                <a:solidFill>
                  <a:srgbClr val="A8453E"/>
                </a:solidFill>
              </a:rPr>
              <a:t>Evidence: page reference + source quote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8A751A-7B64-4A58-9C09-6628B28AC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768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00" b="1">
                <a:solidFill>
                  <a:srgbClr val="152A35"/>
                </a:solidFill>
              </a:defRPr>
            </a:defPPr>
            <a:lvl1pPr>
              <a:buNone/>
              <a:defRPr sz="1500" b="1">
                <a:solidFill>
                  <a:srgbClr val="152A35"/>
                </a:solidFill>
              </a:defRPr>
            </a:lvl1pPr>
            <a:lvl2pPr>
              <a:buNone/>
              <a:defRPr sz="1500" b="1">
                <a:solidFill>
                  <a:srgbClr val="152A35"/>
                </a:solidFill>
              </a:defRPr>
            </a:lvl2pPr>
            <a:lvl3pPr>
              <a:buNone/>
              <a:defRPr sz="1500" b="1">
                <a:solidFill>
                  <a:srgbClr val="152A35"/>
                </a:solidFill>
              </a:defRPr>
            </a:lvl3pPr>
            <a:lvl4pPr>
              <a:buNone/>
              <a:defRPr sz="1500" b="1">
                <a:solidFill>
                  <a:srgbClr val="152A35"/>
                </a:solidFill>
              </a:defRPr>
            </a:lvl4pPr>
            <a:lvl5pPr>
              <a:buNone/>
              <a:defRPr sz="1500" b="1">
                <a:solidFill>
                  <a:srgbClr val="152A35"/>
                </a:solidFill>
              </a:defRPr>
            </a:lvl5pPr>
            <a:lvl6pPr>
              <a:buNone/>
              <a:defRPr sz="1500" b="1">
                <a:solidFill>
                  <a:srgbClr val="152A35"/>
                </a:solidFill>
              </a:defRPr>
            </a:lvl6pPr>
            <a:lvl7pPr>
              <a:buNone/>
              <a:defRPr sz="1500" b="1">
                <a:solidFill>
                  <a:srgbClr val="152A35"/>
                </a:solidFill>
              </a:defRPr>
            </a:lvl7pPr>
            <a:lvl8pPr>
              <a:buNone/>
              <a:defRPr sz="1500" b="1">
                <a:solidFill>
                  <a:srgbClr val="152A35"/>
                </a:solidFill>
              </a:defRPr>
            </a:lvl8pPr>
            <a:lvl9pPr>
              <a:buNone/>
              <a:defRPr sz="1500" b="1">
                <a:solidFill>
                  <a:srgbClr val="152A35"/>
                </a:solidFill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152A35"/>
                </a:solidFill>
              </a:defRPr>
            </a:pPr>
            <a:r>
              <a:rPr sz="1500" b="1">
                <a:solidFill>
                  <a:srgbClr val="152A35"/>
                </a:solidFill>
              </a:rPr>
              <a:t>The student adds the date only after it is announced; then it can be exported to .ics.</a:t>
            </a:r>
          </a:p>
        </p:txBody>
      </p:sp>
    </p:spTree>
    <p:extLst>
      <p:ext uri="{BB962C8B-B14F-4D97-AF65-F5344CB8AC3E}">
        <p14:creationId xmlns:p14="http://schemas.microsoft.com/office/powerpoint/2010/main" val="7128470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accent-rule">
            <a:extLst xmlns:a="http://schemas.openxmlformats.org/drawingml/2006/main">
              <a:ext uri="{FF2B5EF4-FFF2-40B4-BE49-F238E27FC236}">
                <a16:creationId xmlns:a16="http://schemas.microsoft.com/office/drawing/2014/main" id="{403E6A95-5174-47E1-8E44-9A9E2FDAF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0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E114C54-7857-498B-945E-02C37BF06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550" b="1">
                <a:solidFill>
                  <a:srgbClr val="152A35"/>
                </a:solidFill>
              </a:defRPr>
            </a:defPPr>
            <a:lvl1pPr>
              <a:buNone/>
              <a:defRPr sz="2550" b="1">
                <a:solidFill>
                  <a:srgbClr val="152A35"/>
                </a:solidFill>
              </a:defRPr>
            </a:lvl1pPr>
            <a:lvl2pPr>
              <a:buNone/>
              <a:defRPr sz="2550" b="1">
                <a:solidFill>
                  <a:srgbClr val="152A35"/>
                </a:solidFill>
              </a:defRPr>
            </a:lvl2pPr>
            <a:lvl3pPr>
              <a:buNone/>
              <a:defRPr sz="2550" b="1">
                <a:solidFill>
                  <a:srgbClr val="152A35"/>
                </a:solidFill>
              </a:defRPr>
            </a:lvl3pPr>
            <a:lvl4pPr>
              <a:buNone/>
              <a:defRPr sz="2550" b="1">
                <a:solidFill>
                  <a:srgbClr val="152A35"/>
                </a:solidFill>
              </a:defRPr>
            </a:lvl4pPr>
            <a:lvl5pPr>
              <a:buNone/>
              <a:defRPr sz="2550" b="1">
                <a:solidFill>
                  <a:srgbClr val="152A35"/>
                </a:solidFill>
              </a:defRPr>
            </a:lvl5pPr>
            <a:lvl6pPr>
              <a:buNone/>
              <a:defRPr sz="2550" b="1">
                <a:solidFill>
                  <a:srgbClr val="152A35"/>
                </a:solidFill>
              </a:defRPr>
            </a:lvl6pPr>
            <a:lvl7pPr>
              <a:buNone/>
              <a:defRPr sz="2550" b="1">
                <a:solidFill>
                  <a:srgbClr val="152A35"/>
                </a:solidFill>
              </a:defRPr>
            </a:lvl7pPr>
            <a:lvl8pPr>
              <a:buNone/>
              <a:defRPr sz="2550" b="1">
                <a:solidFill>
                  <a:srgbClr val="152A35"/>
                </a:solidFill>
              </a:defRPr>
            </a:lvl8pPr>
            <a:lvl9pPr>
              <a:buNone/>
              <a:defRPr sz="2550" b="1">
                <a:solidFill>
                  <a:srgbClr val="152A35"/>
                </a:solidFill>
              </a:defRPr>
            </a:lvl9pPr>
          </a:lstStyle>
          <a:p xmlns:a="http://schemas.openxmlformats.org/drawingml/2006/main">
            <a:pPr>
              <a:buNone/>
              <a:defRPr sz="2550" b="1">
                <a:solidFill>
                  <a:srgbClr val="152A35"/>
                </a:solidFill>
              </a:defRPr>
            </a:pPr>
            <a:r>
              <a:rPr sz="2550" b="1">
                <a:solidFill>
                  <a:srgbClr val="152A35"/>
                </a:solidFill>
              </a:rPr>
              <a:t>MVP scope and next steps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940C8B71-586C-4ECA-97B7-039615E95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CE1153-D4D6-470D-876F-EEDE8A90B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975" b="1">
                <a:solidFill>
                  <a:srgbClr val="65767B"/>
                </a:solidFill>
              </a:defRPr>
            </a:defPPr>
            <a:lvl1pPr>
              <a:buNone/>
              <a:defRPr sz="975" b="1">
                <a:solidFill>
                  <a:srgbClr val="65767B"/>
                </a:solidFill>
              </a:defRPr>
            </a:lvl1pPr>
            <a:lvl2pPr>
              <a:buNone/>
              <a:defRPr sz="975" b="1">
                <a:solidFill>
                  <a:srgbClr val="65767B"/>
                </a:solidFill>
              </a:defRPr>
            </a:lvl2pPr>
            <a:lvl3pPr>
              <a:buNone/>
              <a:defRPr sz="975" b="1">
                <a:solidFill>
                  <a:srgbClr val="65767B"/>
                </a:solidFill>
              </a:defRPr>
            </a:lvl3pPr>
            <a:lvl4pPr>
              <a:buNone/>
              <a:defRPr sz="975" b="1">
                <a:solidFill>
                  <a:srgbClr val="65767B"/>
                </a:solidFill>
              </a:defRPr>
            </a:lvl4pPr>
            <a:lvl5pPr>
              <a:buNone/>
              <a:defRPr sz="975" b="1">
                <a:solidFill>
                  <a:srgbClr val="65767B"/>
                </a:solidFill>
              </a:defRPr>
            </a:lvl5pPr>
            <a:lvl6pPr>
              <a:buNone/>
              <a:defRPr sz="975" b="1">
                <a:solidFill>
                  <a:srgbClr val="65767B"/>
                </a:solidFill>
              </a:defRPr>
            </a:lvl6pPr>
            <a:lvl7pPr>
              <a:buNone/>
              <a:defRPr sz="975" b="1">
                <a:solidFill>
                  <a:srgbClr val="65767B"/>
                </a:solidFill>
              </a:defRPr>
            </a:lvl7pPr>
            <a:lvl8pPr>
              <a:buNone/>
              <a:defRPr sz="975" b="1">
                <a:solidFill>
                  <a:srgbClr val="65767B"/>
                </a:solidFill>
              </a:defRPr>
            </a:lvl8pPr>
            <a:lvl9pPr>
              <a:buNone/>
              <a:defRPr sz="975" b="1">
                <a:solidFill>
                  <a:srgbClr val="65767B"/>
                </a:solidFill>
              </a:defRPr>
            </a:lvl9pPr>
          </a:lstStyle>
          <a:p xmlns:a="http://schemas.openxmlformats.org/drawingml/2006/main">
            <a:pPr>
              <a:buNone/>
              <a:defRPr sz="975" b="1">
                <a:solidFill>
                  <a:srgbClr val="65767B"/>
                </a:solidFill>
              </a:defRPr>
            </a:pPr>
            <a:r>
              <a:rPr sz="975" b="1">
                <a:solidFill>
                  <a:srgbClr val="65767B"/>
                </a:solidFill>
              </a:rPr>
              <a:t>STUDYHUB  /  PROJECT PROPOSAL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3204D2-7A9C-478A-9571-1D2B879B3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6419850"/>
            <a:ext cx="436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975" b="0">
                <a:solidFill>
                  <a:srgbClr val="65767B"/>
                </a:solidFill>
              </a:defRPr>
            </a:defPPr>
            <a:lvl1pPr>
              <a:buNone/>
              <a:defRPr sz="975" b="0">
                <a:solidFill>
                  <a:srgbClr val="65767B"/>
                </a:solidFill>
              </a:defRPr>
            </a:lvl1pPr>
            <a:lvl2pPr>
              <a:buNone/>
              <a:defRPr sz="975" b="0">
                <a:solidFill>
                  <a:srgbClr val="65767B"/>
                </a:solidFill>
              </a:defRPr>
            </a:lvl2pPr>
            <a:lvl3pPr>
              <a:buNone/>
              <a:defRPr sz="975" b="0">
                <a:solidFill>
                  <a:srgbClr val="65767B"/>
                </a:solidFill>
              </a:defRPr>
            </a:lvl3pPr>
            <a:lvl4pPr>
              <a:buNone/>
              <a:defRPr sz="975" b="0">
                <a:solidFill>
                  <a:srgbClr val="65767B"/>
                </a:solidFill>
              </a:defRPr>
            </a:lvl4pPr>
            <a:lvl5pPr>
              <a:buNone/>
              <a:defRPr sz="975" b="0">
                <a:solidFill>
                  <a:srgbClr val="65767B"/>
                </a:solidFill>
              </a:defRPr>
            </a:lvl5pPr>
            <a:lvl6pPr>
              <a:buNone/>
              <a:defRPr sz="975" b="0">
                <a:solidFill>
                  <a:srgbClr val="65767B"/>
                </a:solidFill>
              </a:defRPr>
            </a:lvl6pPr>
            <a:lvl7pPr>
              <a:buNone/>
              <a:defRPr sz="975" b="0">
                <a:solidFill>
                  <a:srgbClr val="65767B"/>
                </a:solidFill>
              </a:defRPr>
            </a:lvl7pPr>
            <a:lvl8pPr>
              <a:buNone/>
              <a:defRPr sz="975" b="0">
                <a:solidFill>
                  <a:srgbClr val="65767B"/>
                </a:solidFill>
              </a:defRPr>
            </a:lvl8pPr>
            <a:lvl9pPr>
              <a:buNone/>
              <a:defRPr sz="975" b="0">
                <a:solidFill>
                  <a:srgbClr val="65767B"/>
                </a:solidFill>
              </a:defRPr>
            </a:lvl9pPr>
          </a:lstStyle>
          <a:p xmlns:a="http://schemas.openxmlformats.org/drawingml/2006/main">
            <a:pPr>
              <a:buNone/>
              <a:defRPr sz="975" b="0">
                <a:solidFill>
                  <a:srgbClr val="65767B"/>
                </a:solidFill>
              </a:defRPr>
            </a:pPr>
            <a:r>
              <a:rPr sz="975" b="0">
                <a:solidFill>
                  <a:srgbClr val="65767B"/>
                </a:solidFill>
              </a:rPr>
              <a:t>Participant 4  ·  1:00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C21AE0-C6C4-47B1-8139-CDC0AE007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9052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050" b="1">
                <a:solidFill>
                  <a:srgbClr val="2B806D"/>
                </a:solidFill>
              </a:defRPr>
            </a:defPPr>
            <a:lvl1pPr>
              <a:buNone/>
              <a:defRPr sz="1050" b="1">
                <a:solidFill>
                  <a:srgbClr val="2B806D"/>
                </a:solidFill>
              </a:defRPr>
            </a:lvl1pPr>
            <a:lvl2pPr>
              <a:buNone/>
              <a:defRPr sz="1050" b="1">
                <a:solidFill>
                  <a:srgbClr val="2B806D"/>
                </a:solidFill>
              </a:defRPr>
            </a:lvl2pPr>
            <a:lvl3pPr>
              <a:buNone/>
              <a:defRPr sz="1050" b="1">
                <a:solidFill>
                  <a:srgbClr val="2B806D"/>
                </a:solidFill>
              </a:defRPr>
            </a:lvl3pPr>
            <a:lvl4pPr>
              <a:buNone/>
              <a:defRPr sz="1050" b="1">
                <a:solidFill>
                  <a:srgbClr val="2B806D"/>
                </a:solidFill>
              </a:defRPr>
            </a:lvl4pPr>
            <a:lvl5pPr>
              <a:buNone/>
              <a:defRPr sz="1050" b="1">
                <a:solidFill>
                  <a:srgbClr val="2B806D"/>
                </a:solidFill>
              </a:defRPr>
            </a:lvl5pPr>
            <a:lvl6pPr>
              <a:buNone/>
              <a:defRPr sz="1050" b="1">
                <a:solidFill>
                  <a:srgbClr val="2B806D"/>
                </a:solidFill>
              </a:defRPr>
            </a:lvl6pPr>
            <a:lvl7pPr>
              <a:buNone/>
              <a:defRPr sz="1050" b="1">
                <a:solidFill>
                  <a:srgbClr val="2B806D"/>
                </a:solidFill>
              </a:defRPr>
            </a:lvl7pPr>
            <a:lvl8pPr>
              <a:buNone/>
              <a:defRPr sz="1050" b="1">
                <a:solidFill>
                  <a:srgbClr val="2B806D"/>
                </a:solidFill>
              </a:defRPr>
            </a:lvl8pPr>
            <a:lvl9pPr>
              <a:buNone/>
              <a:defRPr sz="1050" b="1">
                <a:solidFill>
                  <a:srgbClr val="2B806D"/>
                </a:solidFill>
              </a:defRPr>
            </a:lvl9pPr>
          </a:lstStyle>
          <a:p xmlns:a="http://schemas.openxmlformats.org/drawingml/2006/main">
            <a:pPr>
              <a:buNone/>
              <a:defRPr sz="1050" b="1">
                <a:solidFill>
                  <a:srgbClr val="2B806D"/>
                </a:solidFill>
              </a:defRPr>
            </a:pPr>
            <a:r>
              <a:rPr sz="1050" b="1">
                <a:solidFill>
                  <a:srgbClr val="2B806D"/>
                </a:solidFill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C05489-0249-4528-84E4-EE6B2FF93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050" b="1">
                <a:solidFill>
                  <a:srgbClr val="2B806D"/>
                </a:solidFill>
              </a:defRPr>
            </a:defPPr>
            <a:lvl1pPr>
              <a:buNone/>
              <a:defRPr sz="1050" b="1">
                <a:solidFill>
                  <a:srgbClr val="2B806D"/>
                </a:solidFill>
              </a:defRPr>
            </a:lvl1pPr>
            <a:lvl2pPr>
              <a:buNone/>
              <a:defRPr sz="1050" b="1">
                <a:solidFill>
                  <a:srgbClr val="2B806D"/>
                </a:solidFill>
              </a:defRPr>
            </a:lvl2pPr>
            <a:lvl3pPr>
              <a:buNone/>
              <a:defRPr sz="1050" b="1">
                <a:solidFill>
                  <a:srgbClr val="2B806D"/>
                </a:solidFill>
              </a:defRPr>
            </a:lvl3pPr>
            <a:lvl4pPr>
              <a:buNone/>
              <a:defRPr sz="1050" b="1">
                <a:solidFill>
                  <a:srgbClr val="2B806D"/>
                </a:solidFill>
              </a:defRPr>
            </a:lvl4pPr>
            <a:lvl5pPr>
              <a:buNone/>
              <a:defRPr sz="1050" b="1">
                <a:solidFill>
                  <a:srgbClr val="2B806D"/>
                </a:solidFill>
              </a:defRPr>
            </a:lvl5pPr>
            <a:lvl6pPr>
              <a:buNone/>
              <a:defRPr sz="1050" b="1">
                <a:solidFill>
                  <a:srgbClr val="2B806D"/>
                </a:solidFill>
              </a:defRPr>
            </a:lvl6pPr>
            <a:lvl7pPr>
              <a:buNone/>
              <a:defRPr sz="1050" b="1">
                <a:solidFill>
                  <a:srgbClr val="2B806D"/>
                </a:solidFill>
              </a:defRPr>
            </a:lvl7pPr>
            <a:lvl8pPr>
              <a:buNone/>
              <a:defRPr sz="1050" b="1">
                <a:solidFill>
                  <a:srgbClr val="2B806D"/>
                </a:solidFill>
              </a:defRPr>
            </a:lvl8pPr>
            <a:lvl9pPr>
              <a:buNone/>
              <a:defRPr sz="1050" b="1">
                <a:solidFill>
                  <a:srgbClr val="2B806D"/>
                </a:solidFill>
              </a:defRPr>
            </a:lvl9pPr>
          </a:lstStyle>
          <a:p xmlns:a="http://schemas.openxmlformats.org/drawingml/2006/main">
            <a:pPr>
              <a:buNone/>
              <a:defRPr sz="1050" b="1">
                <a:solidFill>
                  <a:srgbClr val="2B806D"/>
                </a:solidFill>
              </a:defRPr>
            </a:pPr>
            <a:r>
              <a:rPr sz="1050" b="1">
                <a:solidFill>
                  <a:srgbClr val="2B806D"/>
                </a:solidFill>
              </a:rPr>
              <a:t>MVP · INGEST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02298E-FD69-4645-8267-D6FC33B13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676400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650" b="1">
                <a:solidFill>
                  <a:srgbClr val="152A35"/>
                </a:solidFill>
              </a:defRPr>
            </a:defPPr>
            <a:lvl1pPr>
              <a:buNone/>
              <a:defRPr sz="1650" b="1">
                <a:solidFill>
                  <a:srgbClr val="152A35"/>
                </a:solidFill>
              </a:defRPr>
            </a:lvl1pPr>
            <a:lvl2pPr>
              <a:buNone/>
              <a:defRPr sz="1650" b="1">
                <a:solidFill>
                  <a:srgbClr val="152A35"/>
                </a:solidFill>
              </a:defRPr>
            </a:lvl2pPr>
            <a:lvl3pPr>
              <a:buNone/>
              <a:defRPr sz="1650" b="1">
                <a:solidFill>
                  <a:srgbClr val="152A35"/>
                </a:solidFill>
              </a:defRPr>
            </a:lvl3pPr>
            <a:lvl4pPr>
              <a:buNone/>
              <a:defRPr sz="1650" b="1">
                <a:solidFill>
                  <a:srgbClr val="152A35"/>
                </a:solidFill>
              </a:defRPr>
            </a:lvl4pPr>
            <a:lvl5pPr>
              <a:buNone/>
              <a:defRPr sz="1650" b="1">
                <a:solidFill>
                  <a:srgbClr val="152A35"/>
                </a:solidFill>
              </a:defRPr>
            </a:lvl5pPr>
            <a:lvl6pPr>
              <a:buNone/>
              <a:defRPr sz="1650" b="1">
                <a:solidFill>
                  <a:srgbClr val="152A35"/>
                </a:solidFill>
              </a:defRPr>
            </a:lvl6pPr>
            <a:lvl7pPr>
              <a:buNone/>
              <a:defRPr sz="1650" b="1">
                <a:solidFill>
                  <a:srgbClr val="152A35"/>
                </a:solidFill>
              </a:defRPr>
            </a:lvl7pPr>
            <a:lvl8pPr>
              <a:buNone/>
              <a:defRPr sz="1650" b="1">
                <a:solidFill>
                  <a:srgbClr val="152A35"/>
                </a:solidFill>
              </a:defRPr>
            </a:lvl8pPr>
            <a:lvl9pPr>
              <a:buNone/>
              <a:defRPr sz="1650" b="1">
                <a:solidFill>
                  <a:srgbClr val="152A35"/>
                </a:solidFill>
              </a:defRPr>
            </a:lvl9pPr>
          </a:lstStyle>
          <a:p xmlns:a="http://schemas.openxmlformats.org/drawingml/2006/main">
            <a:pPr>
              <a:buNone/>
              <a:defRPr sz="1650" b="1">
                <a:solidFill>
                  <a:srgbClr val="152A35"/>
                </a:solidFill>
              </a:defRPr>
            </a:pPr>
            <a:r>
              <a:rPr sz="1650" b="1">
                <a:solidFill>
                  <a:srgbClr val="152A35"/>
                </a:solidFill>
              </a:rPr>
              <a:t>PDF upload and page-level reading</a:t>
            </a:r>
          </a:p>
        </p:txBody>
      </p:sp>
      <p:sp>
        <p:nvSpPr>
          <p:cNvPr id="9" name="role-sep-0">
            <a:extLst xmlns:a="http://schemas.openxmlformats.org/drawingml/2006/main">
              <a:ext uri="{FF2B5EF4-FFF2-40B4-BE49-F238E27FC236}">
                <a16:creationId xmlns:a16="http://schemas.microsoft.com/office/drawing/2014/main" id="{FCB441D4-B833-4E00-9D86-AE285A9BA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F26012-1ED0-4112-87B6-C72EEEE1F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1462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050" b="1">
                <a:solidFill>
                  <a:srgbClr val="2B806D"/>
                </a:solidFill>
              </a:defRPr>
            </a:defPPr>
            <a:lvl1pPr>
              <a:buNone/>
              <a:defRPr sz="1050" b="1">
                <a:solidFill>
                  <a:srgbClr val="2B806D"/>
                </a:solidFill>
              </a:defRPr>
            </a:lvl1pPr>
            <a:lvl2pPr>
              <a:buNone/>
              <a:defRPr sz="1050" b="1">
                <a:solidFill>
                  <a:srgbClr val="2B806D"/>
                </a:solidFill>
              </a:defRPr>
            </a:lvl2pPr>
            <a:lvl3pPr>
              <a:buNone/>
              <a:defRPr sz="1050" b="1">
                <a:solidFill>
                  <a:srgbClr val="2B806D"/>
                </a:solidFill>
              </a:defRPr>
            </a:lvl3pPr>
            <a:lvl4pPr>
              <a:buNone/>
              <a:defRPr sz="1050" b="1">
                <a:solidFill>
                  <a:srgbClr val="2B806D"/>
                </a:solidFill>
              </a:defRPr>
            </a:lvl4pPr>
            <a:lvl5pPr>
              <a:buNone/>
              <a:defRPr sz="1050" b="1">
                <a:solidFill>
                  <a:srgbClr val="2B806D"/>
                </a:solidFill>
              </a:defRPr>
            </a:lvl5pPr>
            <a:lvl6pPr>
              <a:buNone/>
              <a:defRPr sz="1050" b="1">
                <a:solidFill>
                  <a:srgbClr val="2B806D"/>
                </a:solidFill>
              </a:defRPr>
            </a:lvl6pPr>
            <a:lvl7pPr>
              <a:buNone/>
              <a:defRPr sz="1050" b="1">
                <a:solidFill>
                  <a:srgbClr val="2B806D"/>
                </a:solidFill>
              </a:defRPr>
            </a:lvl7pPr>
            <a:lvl8pPr>
              <a:buNone/>
              <a:defRPr sz="1050" b="1">
                <a:solidFill>
                  <a:srgbClr val="2B806D"/>
                </a:solidFill>
              </a:defRPr>
            </a:lvl8pPr>
            <a:lvl9pPr>
              <a:buNone/>
              <a:defRPr sz="1050" b="1">
                <a:solidFill>
                  <a:srgbClr val="2B806D"/>
                </a:solidFill>
              </a:defRPr>
            </a:lvl9pPr>
          </a:lstStyle>
          <a:p xmlns:a="http://schemas.openxmlformats.org/drawingml/2006/main">
            <a:pPr>
              <a:buNone/>
              <a:defRPr sz="1050" b="1">
                <a:solidFill>
                  <a:srgbClr val="2B806D"/>
                </a:solidFill>
              </a:defRPr>
            </a:pPr>
            <a:r>
              <a:rPr sz="1050" b="1">
                <a:solidFill>
                  <a:srgbClr val="2B806D"/>
                </a:solidFill>
              </a:rPr>
              <a:t>MVP · ANALYZE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0E4E78-AD24-46B6-B92D-FE25EDEFD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676525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650" b="1">
                <a:solidFill>
                  <a:srgbClr val="152A35"/>
                </a:solidFill>
              </a:defRPr>
            </a:defPPr>
            <a:lvl1pPr>
              <a:buNone/>
              <a:defRPr sz="1650" b="1">
                <a:solidFill>
                  <a:srgbClr val="152A35"/>
                </a:solidFill>
              </a:defRPr>
            </a:lvl1pPr>
            <a:lvl2pPr>
              <a:buNone/>
              <a:defRPr sz="1650" b="1">
                <a:solidFill>
                  <a:srgbClr val="152A35"/>
                </a:solidFill>
              </a:defRPr>
            </a:lvl2pPr>
            <a:lvl3pPr>
              <a:buNone/>
              <a:defRPr sz="1650" b="1">
                <a:solidFill>
                  <a:srgbClr val="152A35"/>
                </a:solidFill>
              </a:defRPr>
            </a:lvl3pPr>
            <a:lvl4pPr>
              <a:buNone/>
              <a:defRPr sz="1650" b="1">
                <a:solidFill>
                  <a:srgbClr val="152A35"/>
                </a:solidFill>
              </a:defRPr>
            </a:lvl4pPr>
            <a:lvl5pPr>
              <a:buNone/>
              <a:defRPr sz="1650" b="1">
                <a:solidFill>
                  <a:srgbClr val="152A35"/>
                </a:solidFill>
              </a:defRPr>
            </a:lvl5pPr>
            <a:lvl6pPr>
              <a:buNone/>
              <a:defRPr sz="1650" b="1">
                <a:solidFill>
                  <a:srgbClr val="152A35"/>
                </a:solidFill>
              </a:defRPr>
            </a:lvl6pPr>
            <a:lvl7pPr>
              <a:buNone/>
              <a:defRPr sz="1650" b="1">
                <a:solidFill>
                  <a:srgbClr val="152A35"/>
                </a:solidFill>
              </a:defRPr>
            </a:lvl7pPr>
            <a:lvl8pPr>
              <a:buNone/>
              <a:defRPr sz="1650" b="1">
                <a:solidFill>
                  <a:srgbClr val="152A35"/>
                </a:solidFill>
              </a:defRPr>
            </a:lvl8pPr>
            <a:lvl9pPr>
              <a:buNone/>
              <a:defRPr sz="1650" b="1">
                <a:solidFill>
                  <a:srgbClr val="152A35"/>
                </a:solidFill>
              </a:defRPr>
            </a:lvl9pPr>
          </a:lstStyle>
          <a:p xmlns:a="http://schemas.openxmlformats.org/drawingml/2006/main">
            <a:pPr>
              <a:buNone/>
              <a:defRPr sz="1650" b="1">
                <a:solidFill>
                  <a:srgbClr val="152A35"/>
                </a:solidFill>
              </a:defRPr>
            </a:pPr>
            <a:r>
              <a:rPr sz="1650" b="1">
                <a:solidFill>
                  <a:srgbClr val="152A35"/>
                </a:solidFill>
              </a:rPr>
              <a:t>Summaries, requirements, and source-backed deadlines</a:t>
            </a:r>
          </a:p>
        </p:txBody>
      </p:sp>
      <p:sp>
        <p:nvSpPr>
          <p:cNvPr id="12" name="role-sep-1">
            <a:extLst xmlns:a="http://schemas.openxmlformats.org/drawingml/2006/main">
              <a:ext uri="{FF2B5EF4-FFF2-40B4-BE49-F238E27FC236}">
                <a16:creationId xmlns:a16="http://schemas.microsoft.com/office/drawing/2014/main" id="{7A7FE38D-24E3-45F0-A8AA-F892B8057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038BA0-B792-4075-8DA1-E891BAB64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050" b="1">
                <a:solidFill>
                  <a:srgbClr val="2B806D"/>
                </a:solidFill>
              </a:defRPr>
            </a:defPPr>
            <a:lvl1pPr>
              <a:buNone/>
              <a:defRPr sz="1050" b="1">
                <a:solidFill>
                  <a:srgbClr val="2B806D"/>
                </a:solidFill>
              </a:defRPr>
            </a:lvl1pPr>
            <a:lvl2pPr>
              <a:buNone/>
              <a:defRPr sz="1050" b="1">
                <a:solidFill>
                  <a:srgbClr val="2B806D"/>
                </a:solidFill>
              </a:defRPr>
            </a:lvl2pPr>
            <a:lvl3pPr>
              <a:buNone/>
              <a:defRPr sz="1050" b="1">
                <a:solidFill>
                  <a:srgbClr val="2B806D"/>
                </a:solidFill>
              </a:defRPr>
            </a:lvl3pPr>
            <a:lvl4pPr>
              <a:buNone/>
              <a:defRPr sz="1050" b="1">
                <a:solidFill>
                  <a:srgbClr val="2B806D"/>
                </a:solidFill>
              </a:defRPr>
            </a:lvl4pPr>
            <a:lvl5pPr>
              <a:buNone/>
              <a:defRPr sz="1050" b="1">
                <a:solidFill>
                  <a:srgbClr val="2B806D"/>
                </a:solidFill>
              </a:defRPr>
            </a:lvl5pPr>
            <a:lvl6pPr>
              <a:buNone/>
              <a:defRPr sz="1050" b="1">
                <a:solidFill>
                  <a:srgbClr val="2B806D"/>
                </a:solidFill>
              </a:defRPr>
            </a:lvl6pPr>
            <a:lvl7pPr>
              <a:buNone/>
              <a:defRPr sz="1050" b="1">
                <a:solidFill>
                  <a:srgbClr val="2B806D"/>
                </a:solidFill>
              </a:defRPr>
            </a:lvl7pPr>
            <a:lvl8pPr>
              <a:buNone/>
              <a:defRPr sz="1050" b="1">
                <a:solidFill>
                  <a:srgbClr val="2B806D"/>
                </a:solidFill>
              </a:defRPr>
            </a:lvl8pPr>
            <a:lvl9pPr>
              <a:buNone/>
              <a:defRPr sz="1050" b="1">
                <a:solidFill>
                  <a:srgbClr val="2B806D"/>
                </a:solidFill>
              </a:defRPr>
            </a:lvl9pPr>
          </a:lstStyle>
          <a:p xmlns:a="http://schemas.openxmlformats.org/drawingml/2006/main">
            <a:pPr>
              <a:buNone/>
              <a:defRPr sz="1050" b="1">
                <a:solidFill>
                  <a:srgbClr val="2B806D"/>
                </a:solidFill>
              </a:defRPr>
            </a:pPr>
            <a:r>
              <a:rPr sz="1050" b="1">
                <a:solidFill>
                  <a:srgbClr val="2B806D"/>
                </a:solidFill>
              </a:rPr>
              <a:t>MVP · REVIEW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07FAFA-6500-4865-9510-747359BA1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676650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650" b="1">
                <a:solidFill>
                  <a:srgbClr val="152A35"/>
                </a:solidFill>
              </a:defRPr>
            </a:defPPr>
            <a:lvl1pPr>
              <a:buNone/>
              <a:defRPr sz="1650" b="1">
                <a:solidFill>
                  <a:srgbClr val="152A35"/>
                </a:solidFill>
              </a:defRPr>
            </a:lvl1pPr>
            <a:lvl2pPr>
              <a:buNone/>
              <a:defRPr sz="1650" b="1">
                <a:solidFill>
                  <a:srgbClr val="152A35"/>
                </a:solidFill>
              </a:defRPr>
            </a:lvl2pPr>
            <a:lvl3pPr>
              <a:buNone/>
              <a:defRPr sz="1650" b="1">
                <a:solidFill>
                  <a:srgbClr val="152A35"/>
                </a:solidFill>
              </a:defRPr>
            </a:lvl3pPr>
            <a:lvl4pPr>
              <a:buNone/>
              <a:defRPr sz="1650" b="1">
                <a:solidFill>
                  <a:srgbClr val="152A35"/>
                </a:solidFill>
              </a:defRPr>
            </a:lvl4pPr>
            <a:lvl5pPr>
              <a:buNone/>
              <a:defRPr sz="1650" b="1">
                <a:solidFill>
                  <a:srgbClr val="152A35"/>
                </a:solidFill>
              </a:defRPr>
            </a:lvl5pPr>
            <a:lvl6pPr>
              <a:buNone/>
              <a:defRPr sz="1650" b="1">
                <a:solidFill>
                  <a:srgbClr val="152A35"/>
                </a:solidFill>
              </a:defRPr>
            </a:lvl6pPr>
            <a:lvl7pPr>
              <a:buNone/>
              <a:defRPr sz="1650" b="1">
                <a:solidFill>
                  <a:srgbClr val="152A35"/>
                </a:solidFill>
              </a:defRPr>
            </a:lvl7pPr>
            <a:lvl8pPr>
              <a:buNone/>
              <a:defRPr sz="1650" b="1">
                <a:solidFill>
                  <a:srgbClr val="152A35"/>
                </a:solidFill>
              </a:defRPr>
            </a:lvl8pPr>
            <a:lvl9pPr>
              <a:buNone/>
              <a:defRPr sz="1650" b="1">
                <a:solidFill>
                  <a:srgbClr val="152A35"/>
                </a:solidFill>
              </a:defRPr>
            </a:lvl9pPr>
          </a:lstStyle>
          <a:p xmlns:a="http://schemas.openxmlformats.org/drawingml/2006/main">
            <a:pPr>
              <a:buNone/>
              <a:defRPr sz="1650" b="1">
                <a:solidFill>
                  <a:srgbClr val="152A35"/>
                </a:solidFill>
              </a:defRPr>
            </a:pPr>
            <a:r>
              <a:rPr sz="1650" b="1">
                <a:solidFill>
                  <a:srgbClr val="152A35"/>
                </a:solidFill>
              </a:rPr>
              <a:t>Date review, calendar, and .ics export</a:t>
            </a:r>
          </a:p>
        </p:txBody>
      </p:sp>
      <p:sp>
        <p:nvSpPr>
          <p:cNvPr id="15" name="role-sep-2">
            <a:extLst xmlns:a="http://schemas.openxmlformats.org/drawingml/2006/main">
              <a:ext uri="{FF2B5EF4-FFF2-40B4-BE49-F238E27FC236}">
                <a16:creationId xmlns:a16="http://schemas.microsoft.com/office/drawing/2014/main" id="{0E83C217-4B9E-4807-BF0D-A0532E50B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3862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EDEF1F-4185-4A6D-8520-BF414CA18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148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050" b="1">
                <a:solidFill>
                  <a:srgbClr val="2B806D"/>
                </a:solidFill>
              </a:defRPr>
            </a:defPPr>
            <a:lvl1pPr>
              <a:buNone/>
              <a:defRPr sz="1050" b="1">
                <a:solidFill>
                  <a:srgbClr val="2B806D"/>
                </a:solidFill>
              </a:defRPr>
            </a:lvl1pPr>
            <a:lvl2pPr>
              <a:buNone/>
              <a:defRPr sz="1050" b="1">
                <a:solidFill>
                  <a:srgbClr val="2B806D"/>
                </a:solidFill>
              </a:defRPr>
            </a:lvl2pPr>
            <a:lvl3pPr>
              <a:buNone/>
              <a:defRPr sz="1050" b="1">
                <a:solidFill>
                  <a:srgbClr val="2B806D"/>
                </a:solidFill>
              </a:defRPr>
            </a:lvl3pPr>
            <a:lvl4pPr>
              <a:buNone/>
              <a:defRPr sz="1050" b="1">
                <a:solidFill>
                  <a:srgbClr val="2B806D"/>
                </a:solidFill>
              </a:defRPr>
            </a:lvl4pPr>
            <a:lvl5pPr>
              <a:buNone/>
              <a:defRPr sz="1050" b="1">
                <a:solidFill>
                  <a:srgbClr val="2B806D"/>
                </a:solidFill>
              </a:defRPr>
            </a:lvl5pPr>
            <a:lvl6pPr>
              <a:buNone/>
              <a:defRPr sz="1050" b="1">
                <a:solidFill>
                  <a:srgbClr val="2B806D"/>
                </a:solidFill>
              </a:defRPr>
            </a:lvl6pPr>
            <a:lvl7pPr>
              <a:buNone/>
              <a:defRPr sz="1050" b="1">
                <a:solidFill>
                  <a:srgbClr val="2B806D"/>
                </a:solidFill>
              </a:defRPr>
            </a:lvl7pPr>
            <a:lvl8pPr>
              <a:buNone/>
              <a:defRPr sz="1050" b="1">
                <a:solidFill>
                  <a:srgbClr val="2B806D"/>
                </a:solidFill>
              </a:defRPr>
            </a:lvl8pPr>
            <a:lvl9pPr>
              <a:buNone/>
              <a:defRPr sz="1050" b="1">
                <a:solidFill>
                  <a:srgbClr val="2B806D"/>
                </a:solidFill>
              </a:defRPr>
            </a:lvl9pPr>
          </a:lstStyle>
          <a:p xmlns:a="http://schemas.openxmlformats.org/drawingml/2006/main">
            <a:pPr>
              <a:buNone/>
              <a:defRPr sz="1050" b="1">
                <a:solidFill>
                  <a:srgbClr val="2B806D"/>
                </a:solidFill>
              </a:defRPr>
            </a:pPr>
            <a:r>
              <a:rPr sz="1050" b="1">
                <a:solidFill>
                  <a:srgbClr val="2B806D"/>
                </a:solidFill>
              </a:rPr>
              <a:t>NEXT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794B21-A7D8-4254-88A4-8E3FA84BA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676775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650" b="1">
                <a:solidFill>
                  <a:srgbClr val="152A35"/>
                </a:solidFill>
              </a:defRPr>
            </a:defPPr>
            <a:lvl1pPr>
              <a:buNone/>
              <a:defRPr sz="1650" b="1">
                <a:solidFill>
                  <a:srgbClr val="152A35"/>
                </a:solidFill>
              </a:defRPr>
            </a:lvl1pPr>
            <a:lvl2pPr>
              <a:buNone/>
              <a:defRPr sz="1650" b="1">
                <a:solidFill>
                  <a:srgbClr val="152A35"/>
                </a:solidFill>
              </a:defRPr>
            </a:lvl2pPr>
            <a:lvl3pPr>
              <a:buNone/>
              <a:defRPr sz="1650" b="1">
                <a:solidFill>
                  <a:srgbClr val="152A35"/>
                </a:solidFill>
              </a:defRPr>
            </a:lvl3pPr>
            <a:lvl4pPr>
              <a:buNone/>
              <a:defRPr sz="1650" b="1">
                <a:solidFill>
                  <a:srgbClr val="152A35"/>
                </a:solidFill>
              </a:defRPr>
            </a:lvl4pPr>
            <a:lvl5pPr>
              <a:buNone/>
              <a:defRPr sz="1650" b="1">
                <a:solidFill>
                  <a:srgbClr val="152A35"/>
                </a:solidFill>
              </a:defRPr>
            </a:lvl5pPr>
            <a:lvl6pPr>
              <a:buNone/>
              <a:defRPr sz="1650" b="1">
                <a:solidFill>
                  <a:srgbClr val="152A35"/>
                </a:solidFill>
              </a:defRPr>
            </a:lvl6pPr>
            <a:lvl7pPr>
              <a:buNone/>
              <a:defRPr sz="1650" b="1">
                <a:solidFill>
                  <a:srgbClr val="152A35"/>
                </a:solidFill>
              </a:defRPr>
            </a:lvl7pPr>
            <a:lvl8pPr>
              <a:buNone/>
              <a:defRPr sz="1650" b="1">
                <a:solidFill>
                  <a:srgbClr val="152A35"/>
                </a:solidFill>
              </a:defRPr>
            </a:lvl8pPr>
            <a:lvl9pPr>
              <a:buNone/>
              <a:defRPr sz="1650" b="1">
                <a:solidFill>
                  <a:srgbClr val="152A35"/>
                </a:solidFill>
              </a:defRPr>
            </a:lvl9pPr>
          </a:lstStyle>
          <a:p xmlns:a="http://schemas.openxmlformats.org/drawingml/2006/main">
            <a:pPr>
              <a:buNone/>
              <a:defRPr sz="1650" b="1">
                <a:solidFill>
                  <a:srgbClr val="152A35"/>
                </a:solidFill>
              </a:defRPr>
            </a:pPr>
            <a:r>
              <a:rPr sz="1650" b="1">
                <a:solidFill>
                  <a:srgbClr val="152A35"/>
                </a:solidFill>
              </a:rPr>
              <a:t>OCR, other formats, course Q&amp;A, and calendar sync</a:t>
            </a:r>
          </a:p>
        </p:txBody>
      </p:sp>
      <p:sp>
        <p:nvSpPr>
          <p:cNvPr id="18" name="role-sep-3">
            <a:extLst xmlns:a="http://schemas.openxmlformats.org/drawingml/2006/main">
              <a:ext uri="{FF2B5EF4-FFF2-40B4-BE49-F238E27FC236}">
                <a16:creationId xmlns:a16="http://schemas.microsoft.com/office/drawing/2014/main" id="{A68499DD-1C22-43D0-B0B4-10A3F7C7A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D79FB7-FBA9-45E5-93D2-9B8D0BD69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102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75" b="0">
                <a:solidFill>
                  <a:srgbClr val="65767B"/>
                </a:solidFill>
              </a:defRPr>
            </a:defPPr>
            <a:lvl1pPr>
              <a:buNone/>
              <a:defRPr sz="1275" b="0">
                <a:solidFill>
                  <a:srgbClr val="65767B"/>
                </a:solidFill>
              </a:defRPr>
            </a:lvl1pPr>
            <a:lvl2pPr>
              <a:buNone/>
              <a:defRPr sz="1275" b="0">
                <a:solidFill>
                  <a:srgbClr val="65767B"/>
                </a:solidFill>
              </a:defRPr>
            </a:lvl2pPr>
            <a:lvl3pPr>
              <a:buNone/>
              <a:defRPr sz="1275" b="0">
                <a:solidFill>
                  <a:srgbClr val="65767B"/>
                </a:solidFill>
              </a:defRPr>
            </a:lvl3pPr>
            <a:lvl4pPr>
              <a:buNone/>
              <a:defRPr sz="1275" b="0">
                <a:solidFill>
                  <a:srgbClr val="65767B"/>
                </a:solidFill>
              </a:defRPr>
            </a:lvl4pPr>
            <a:lvl5pPr>
              <a:buNone/>
              <a:defRPr sz="1275" b="0">
                <a:solidFill>
                  <a:srgbClr val="65767B"/>
                </a:solidFill>
              </a:defRPr>
            </a:lvl5pPr>
            <a:lvl6pPr>
              <a:buNone/>
              <a:defRPr sz="1275" b="0">
                <a:solidFill>
                  <a:srgbClr val="65767B"/>
                </a:solidFill>
              </a:defRPr>
            </a:lvl6pPr>
            <a:lvl7pPr>
              <a:buNone/>
              <a:defRPr sz="1275" b="0">
                <a:solidFill>
                  <a:srgbClr val="65767B"/>
                </a:solidFill>
              </a:defRPr>
            </a:lvl7pPr>
            <a:lvl8pPr>
              <a:buNone/>
              <a:defRPr sz="1275" b="0">
                <a:solidFill>
                  <a:srgbClr val="65767B"/>
                </a:solidFill>
              </a:defRPr>
            </a:lvl8pPr>
            <a:lvl9pPr>
              <a:buNone/>
              <a:defRPr sz="1275" b="0">
                <a:solidFill>
                  <a:srgbClr val="65767B"/>
                </a:solidFill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65767B"/>
                </a:solidFill>
              </a:defRPr>
            </a:pPr>
            <a:r>
              <a:rPr sz="1275" b="0">
                <a:solidFill>
                  <a:srgbClr val="65767B"/>
                </a:solidFill>
              </a:rPr>
              <a:t>Run with docker compose up --build; retrieval and cross-file links follow the core workflow.</a:t>
            </a:r>
          </a:p>
        </p:txBody>
      </p:sp>
    </p:spTree>
    <p:extLst>
      <p:ext uri="{BB962C8B-B14F-4D97-AF65-F5344CB8AC3E}">
        <p14:creationId xmlns:p14="http://schemas.microsoft.com/office/powerpoint/2010/main" val="113911608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2B806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698070-7C3E-4FF1-AC83-1BAF80500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437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00" b="1">
                <a:solidFill>
                  <a:srgbClr val="DCEFE8"/>
                </a:solidFill>
              </a:defRPr>
            </a:defPPr>
            <a:lvl1pPr>
              <a:buNone/>
              <a:defRPr sz="1200" b="1">
                <a:solidFill>
                  <a:srgbClr val="DCEFE8"/>
                </a:solidFill>
              </a:defRPr>
            </a:lvl1pPr>
            <a:lvl2pPr>
              <a:buNone/>
              <a:defRPr sz="1200" b="1">
                <a:solidFill>
                  <a:srgbClr val="DCEFE8"/>
                </a:solidFill>
              </a:defRPr>
            </a:lvl2pPr>
            <a:lvl3pPr>
              <a:buNone/>
              <a:defRPr sz="1200" b="1">
                <a:solidFill>
                  <a:srgbClr val="DCEFE8"/>
                </a:solidFill>
              </a:defRPr>
            </a:lvl3pPr>
            <a:lvl4pPr>
              <a:buNone/>
              <a:defRPr sz="1200" b="1">
                <a:solidFill>
                  <a:srgbClr val="DCEFE8"/>
                </a:solidFill>
              </a:defRPr>
            </a:lvl4pPr>
            <a:lvl5pPr>
              <a:buNone/>
              <a:defRPr sz="1200" b="1">
                <a:solidFill>
                  <a:srgbClr val="DCEFE8"/>
                </a:solidFill>
              </a:defRPr>
            </a:lvl5pPr>
            <a:lvl6pPr>
              <a:buNone/>
              <a:defRPr sz="1200" b="1">
                <a:solidFill>
                  <a:srgbClr val="DCEFE8"/>
                </a:solidFill>
              </a:defRPr>
            </a:lvl6pPr>
            <a:lvl7pPr>
              <a:buNone/>
              <a:defRPr sz="1200" b="1">
                <a:solidFill>
                  <a:srgbClr val="DCEFE8"/>
                </a:solidFill>
              </a:defRPr>
            </a:lvl7pPr>
            <a:lvl8pPr>
              <a:buNone/>
              <a:defRPr sz="1200" b="1">
                <a:solidFill>
                  <a:srgbClr val="DCEFE8"/>
                </a:solidFill>
              </a:defRPr>
            </a:lvl8pPr>
            <a:lvl9pPr>
              <a:buNone/>
              <a:defRPr sz="1200" b="1">
                <a:solidFill>
                  <a:srgbClr val="DCEFE8"/>
                </a:solidFill>
              </a:defRPr>
            </a:lvl9pPr>
          </a:lstStyle>
          <a:p xmlns:a="http://schemas.openxmlformats.org/drawingml/2006/main">
            <a:pPr>
              <a:buNone/>
              <a:defRPr sz="1200" b="1">
                <a:solidFill>
                  <a:srgbClr val="DCEFE8"/>
                </a:solidFill>
              </a:defRPr>
            </a:pPr>
            <a:r>
              <a:rPr sz="1200" b="1">
                <a:solidFill>
                  <a:srgbClr val="DCEFE8"/>
                </a:solidFill>
              </a:rPr>
              <a:t>STUDYHUB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185D24-8C14-4A6E-B0BC-5D9911990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9048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3600" b="1">
                <a:solidFill>
                  <a:srgbClr val="FFFFFF"/>
                </a:solidFill>
              </a:defRPr>
            </a:defPPr>
            <a:lvl1pPr>
              <a:buNone/>
              <a:defRPr sz="3600" b="1">
                <a:solidFill>
                  <a:srgbClr val="FFFFFF"/>
                </a:solidFill>
              </a:defRPr>
            </a:lvl1pPr>
            <a:lvl2pPr>
              <a:buNone/>
              <a:defRPr sz="3600" b="1">
                <a:solidFill>
                  <a:srgbClr val="FFFFFF"/>
                </a:solidFill>
              </a:defRPr>
            </a:lvl2pPr>
            <a:lvl3pPr>
              <a:buNone/>
              <a:defRPr sz="3600" b="1">
                <a:solidFill>
                  <a:srgbClr val="FFFFFF"/>
                </a:solidFill>
              </a:defRPr>
            </a:lvl3pPr>
            <a:lvl4pPr>
              <a:buNone/>
              <a:defRPr sz="3600" b="1">
                <a:solidFill>
                  <a:srgbClr val="FFFFFF"/>
                </a:solidFill>
              </a:defRPr>
            </a:lvl4pPr>
            <a:lvl5pPr>
              <a:buNone/>
              <a:defRPr sz="3600" b="1">
                <a:solidFill>
                  <a:srgbClr val="FFFFFF"/>
                </a:solidFill>
              </a:defRPr>
            </a:lvl5pPr>
            <a:lvl6pPr>
              <a:buNone/>
              <a:defRPr sz="3600" b="1">
                <a:solidFill>
                  <a:srgbClr val="FFFFFF"/>
                </a:solidFill>
              </a:defRPr>
            </a:lvl6pPr>
            <a:lvl7pPr>
              <a:buNone/>
              <a:defRPr sz="3600" b="1">
                <a:solidFill>
                  <a:srgbClr val="FFFFFF"/>
                </a:solidFill>
              </a:defRPr>
            </a:lvl7pPr>
            <a:lvl8pPr>
              <a:buNone/>
              <a:defRPr sz="3600" b="1">
                <a:solidFill>
                  <a:srgbClr val="FFFFFF"/>
                </a:solidFill>
              </a:defRPr>
            </a:lvl8pPr>
            <a:lvl9pPr>
              <a:buNone/>
              <a:defRPr sz="36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buNone/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A clear path from</a:t>
            </a:r>
          </a:p>
          <a:p xmlns:a="http://schemas.openxmlformats.org/drawingml/2006/main">
            <a:pPr>
              <a:buNone/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course PDF to next 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468650-08F4-435E-8E5B-9FB392897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67125"/>
            <a:ext cx="9144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875" b="0">
                <a:solidFill>
                  <a:srgbClr val="E4F1EC"/>
                </a:solidFill>
              </a:defRPr>
            </a:defPPr>
            <a:lvl1pPr>
              <a:buNone/>
              <a:defRPr sz="1875" b="0">
                <a:solidFill>
                  <a:srgbClr val="E4F1EC"/>
                </a:solidFill>
              </a:defRPr>
            </a:lvl1pPr>
            <a:lvl2pPr>
              <a:buNone/>
              <a:defRPr sz="1875" b="0">
                <a:solidFill>
                  <a:srgbClr val="E4F1EC"/>
                </a:solidFill>
              </a:defRPr>
            </a:lvl2pPr>
            <a:lvl3pPr>
              <a:buNone/>
              <a:defRPr sz="1875" b="0">
                <a:solidFill>
                  <a:srgbClr val="E4F1EC"/>
                </a:solidFill>
              </a:defRPr>
            </a:lvl3pPr>
            <a:lvl4pPr>
              <a:buNone/>
              <a:defRPr sz="1875" b="0">
                <a:solidFill>
                  <a:srgbClr val="E4F1EC"/>
                </a:solidFill>
              </a:defRPr>
            </a:lvl4pPr>
            <a:lvl5pPr>
              <a:buNone/>
              <a:defRPr sz="1875" b="0">
                <a:solidFill>
                  <a:srgbClr val="E4F1EC"/>
                </a:solidFill>
              </a:defRPr>
            </a:lvl5pPr>
            <a:lvl6pPr>
              <a:buNone/>
              <a:defRPr sz="1875" b="0">
                <a:solidFill>
                  <a:srgbClr val="E4F1EC"/>
                </a:solidFill>
              </a:defRPr>
            </a:lvl6pPr>
            <a:lvl7pPr>
              <a:buNone/>
              <a:defRPr sz="1875" b="0">
                <a:solidFill>
                  <a:srgbClr val="E4F1EC"/>
                </a:solidFill>
              </a:defRPr>
            </a:lvl7pPr>
            <a:lvl8pPr>
              <a:buNone/>
              <a:defRPr sz="1875" b="0">
                <a:solidFill>
                  <a:srgbClr val="E4F1EC"/>
                </a:solidFill>
              </a:defRPr>
            </a:lvl8pPr>
            <a:lvl9pPr>
              <a:buNone/>
              <a:defRPr sz="1875" b="0">
                <a:solidFill>
                  <a:srgbClr val="E4F1EC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E4F1EC"/>
                </a:solidFill>
              </a:defRPr>
            </a:pPr>
            <a:r>
              <a:rPr sz="1875" b="0">
                <a:solidFill>
                  <a:srgbClr val="E4F1EC"/>
                </a:solidFill>
              </a:rPr>
              <a:t>Find the requirement. Verify the source. Act on a confirmed date.</a:t>
            </a:r>
          </a:p>
        </p:txBody>
      </p:sp>
      <p:sp>
        <p:nvSpPr>
          <p:cNvPr id="4" name="closing-rule">
            <a:extLst xmlns:a="http://schemas.openxmlformats.org/drawingml/2006/main">
              <a:ext uri="{FF2B5EF4-FFF2-40B4-BE49-F238E27FC236}">
                <a16:creationId xmlns:a16="http://schemas.microsoft.com/office/drawing/2014/main" id="{15D7DA93-CBBF-4643-BBC0-76913F912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86375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5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A6BA42-EE58-49C5-83DF-9BE5917F4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75" b="1">
                <a:solidFill>
                  <a:srgbClr val="FFFFFF"/>
                </a:solidFill>
              </a:defRPr>
            </a:defPPr>
            <a:lvl1pPr>
              <a:buNone/>
              <a:defRPr sz="1575" b="1">
                <a:solidFill>
                  <a:srgbClr val="FFFFFF"/>
                </a:solidFill>
              </a:defRPr>
            </a:lvl1pPr>
            <a:lvl2pPr>
              <a:buNone/>
              <a:defRPr sz="1575" b="1">
                <a:solidFill>
                  <a:srgbClr val="FFFFFF"/>
                </a:solidFill>
              </a:defRPr>
            </a:lvl2pPr>
            <a:lvl3pPr>
              <a:buNone/>
              <a:defRPr sz="1575" b="1">
                <a:solidFill>
                  <a:srgbClr val="FFFFFF"/>
                </a:solidFill>
              </a:defRPr>
            </a:lvl3pPr>
            <a:lvl4pPr>
              <a:buNone/>
              <a:defRPr sz="1575" b="1">
                <a:solidFill>
                  <a:srgbClr val="FFFFFF"/>
                </a:solidFill>
              </a:defRPr>
            </a:lvl4pPr>
            <a:lvl5pPr>
              <a:buNone/>
              <a:defRPr sz="1575" b="1">
                <a:solidFill>
                  <a:srgbClr val="FFFFFF"/>
                </a:solidFill>
              </a:defRPr>
            </a:lvl5pPr>
            <a:lvl6pPr>
              <a:buNone/>
              <a:defRPr sz="1575" b="1">
                <a:solidFill>
                  <a:srgbClr val="FFFFFF"/>
                </a:solidFill>
              </a:defRPr>
            </a:lvl6pPr>
            <a:lvl7pPr>
              <a:buNone/>
              <a:defRPr sz="1575" b="1">
                <a:solidFill>
                  <a:srgbClr val="FFFFFF"/>
                </a:solidFill>
              </a:defRPr>
            </a:lvl7pPr>
            <a:lvl8pPr>
              <a:buNone/>
              <a:defRPr sz="1575" b="1">
                <a:solidFill>
                  <a:srgbClr val="FFFFFF"/>
                </a:solidFill>
              </a:defRPr>
            </a:lvl8pPr>
            <a:lvl9pPr>
              <a:buNone/>
              <a:defRPr sz="15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Thank you. We are ready for your questions.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493B0B-1DC7-454E-803C-1165A0D3F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6419850"/>
            <a:ext cx="32670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975" b="0">
                <a:solidFill>
                  <a:srgbClr val="DCEFE8"/>
                </a:solidFill>
              </a:defRPr>
            </a:defPPr>
            <a:lvl1pPr>
              <a:buNone/>
              <a:defRPr sz="975" b="0">
                <a:solidFill>
                  <a:srgbClr val="DCEFE8"/>
                </a:solidFill>
              </a:defRPr>
            </a:lvl1pPr>
            <a:lvl2pPr>
              <a:buNone/>
              <a:defRPr sz="975" b="0">
                <a:solidFill>
                  <a:srgbClr val="DCEFE8"/>
                </a:solidFill>
              </a:defRPr>
            </a:lvl2pPr>
            <a:lvl3pPr>
              <a:buNone/>
              <a:defRPr sz="975" b="0">
                <a:solidFill>
                  <a:srgbClr val="DCEFE8"/>
                </a:solidFill>
              </a:defRPr>
            </a:lvl3pPr>
            <a:lvl4pPr>
              <a:buNone/>
              <a:defRPr sz="975" b="0">
                <a:solidFill>
                  <a:srgbClr val="DCEFE8"/>
                </a:solidFill>
              </a:defRPr>
            </a:lvl4pPr>
            <a:lvl5pPr>
              <a:buNone/>
              <a:defRPr sz="975" b="0">
                <a:solidFill>
                  <a:srgbClr val="DCEFE8"/>
                </a:solidFill>
              </a:defRPr>
            </a:lvl5pPr>
            <a:lvl6pPr>
              <a:buNone/>
              <a:defRPr sz="975" b="0">
                <a:solidFill>
                  <a:srgbClr val="DCEFE8"/>
                </a:solidFill>
              </a:defRPr>
            </a:lvl6pPr>
            <a:lvl7pPr>
              <a:buNone/>
              <a:defRPr sz="975" b="0">
                <a:solidFill>
                  <a:srgbClr val="DCEFE8"/>
                </a:solidFill>
              </a:defRPr>
            </a:lvl7pPr>
            <a:lvl8pPr>
              <a:buNone/>
              <a:defRPr sz="975" b="0">
                <a:solidFill>
                  <a:srgbClr val="DCEFE8"/>
                </a:solidFill>
              </a:defRPr>
            </a:lvl8pPr>
            <a:lvl9pPr>
              <a:buNone/>
              <a:defRPr sz="975" b="0">
                <a:solidFill>
                  <a:srgbClr val="DCEFE8"/>
                </a:solidFill>
              </a:defRPr>
            </a:lvl9pPr>
          </a:lstStyle>
          <a:p xmlns:a="http://schemas.openxmlformats.org/drawingml/2006/main">
            <a:pPr>
              <a:buNone/>
              <a:defRPr sz="975" b="0">
                <a:solidFill>
                  <a:srgbClr val="DCEFE8"/>
                </a:solidFill>
              </a:defRPr>
            </a:pPr>
            <a:r>
              <a:rPr sz="975" b="0">
                <a:solidFill>
                  <a:srgbClr val="DCEFE8"/>
                </a:solidFill>
              </a:rPr>
              <a:t>Participant 4  ·  0:30</a:t>
            </a:r>
          </a:p>
        </p:txBody>
      </p:sp>
    </p:spTree>
    <p:extLst>
      <p:ext uri="{BB962C8B-B14F-4D97-AF65-F5344CB8AC3E}">
        <p14:creationId xmlns:p14="http://schemas.microsoft.com/office/powerpoint/2010/main" val="853516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2026-10-20T07:34:38.2600000Z</dcterms:created>
  <dcterms:modified xsi:type="dcterms:W3CDTF">2026-10-20T07:34:38.2600000Z</dcterms:modified>
</coreProperties>
</file>